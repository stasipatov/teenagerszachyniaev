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4" r:id="rId13"/>
    <p:sldId id="275" r:id="rId14"/>
    <p:sldId id="267" r:id="rId15"/>
    <p:sldId id="268" r:id="rId16"/>
    <p:sldId id="269" r:id="rId17"/>
    <p:sldId id="270" r:id="rId18"/>
    <p:sldId id="273" r:id="rId19"/>
    <p:sldId id="271" r:id="rId20"/>
    <p:sldId id="272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496554"/>
          </a:xfrm>
        </p:spPr>
        <p:txBody>
          <a:bodyPr>
            <a:noAutofit/>
          </a:bodyPr>
          <a:lstStyle/>
          <a:p>
            <a:r>
              <a:rPr sz="4600" dirty="0" err="1">
                <a:latin typeface="Arial Black" panose="020B0A04020102020204" pitchFamily="34" charset="0"/>
              </a:rPr>
              <a:t>Тайная</a:t>
            </a:r>
            <a:r>
              <a:rPr sz="4600" dirty="0">
                <a:latin typeface="Arial Black" panose="020B0A04020102020204" pitchFamily="34" charset="0"/>
              </a:rPr>
              <a:t> </a:t>
            </a:r>
            <a:r>
              <a:rPr sz="4600" dirty="0" err="1">
                <a:latin typeface="Arial Black" panose="020B0A04020102020204" pitchFamily="34" charset="0"/>
              </a:rPr>
              <a:t>комната</a:t>
            </a:r>
            <a:r>
              <a:rPr sz="4600" dirty="0">
                <a:latin typeface="Arial Black" panose="020B0A04020102020204" pitchFamily="34" charset="0"/>
              </a:rPr>
              <a:t> — </a:t>
            </a:r>
            <a:r>
              <a:rPr sz="4600" dirty="0" err="1">
                <a:latin typeface="Arial Black" panose="020B0A04020102020204" pitchFamily="34" charset="0"/>
              </a:rPr>
              <a:t>место</a:t>
            </a:r>
            <a:r>
              <a:rPr sz="4600" dirty="0">
                <a:latin typeface="Arial Black" panose="020B0A04020102020204" pitchFamily="34" charset="0"/>
              </a:rPr>
              <a:t>, </a:t>
            </a:r>
            <a:r>
              <a:rPr sz="4600" dirty="0" err="1">
                <a:latin typeface="Arial Black" panose="020B0A04020102020204" pitchFamily="34" charset="0"/>
              </a:rPr>
              <a:t>где</a:t>
            </a:r>
            <a:r>
              <a:rPr sz="4600" dirty="0">
                <a:latin typeface="Arial Black" panose="020B0A04020102020204" pitchFamily="34" charset="0"/>
              </a:rPr>
              <a:t> </a:t>
            </a:r>
            <a:r>
              <a:rPr sz="4600" dirty="0" err="1">
                <a:latin typeface="Arial Black" panose="020B0A04020102020204" pitchFamily="34" charset="0"/>
              </a:rPr>
              <a:t>формируется</a:t>
            </a:r>
            <a:r>
              <a:rPr sz="4600" dirty="0">
                <a:latin typeface="Arial Black" panose="020B0A04020102020204" pitchFamily="34" charset="0"/>
              </a:rPr>
              <a:t> </a:t>
            </a:r>
            <a:r>
              <a:rPr sz="4600" dirty="0" err="1">
                <a:latin typeface="Arial Black" panose="020B0A04020102020204" pitchFamily="34" charset="0"/>
              </a:rPr>
              <a:t>человек</a:t>
            </a:r>
            <a:endParaRPr sz="4600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515" y="2677888"/>
            <a:ext cx="8229600" cy="275253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uk-UA" dirty="0" smtClean="0"/>
          </a:p>
          <a:p>
            <a:pPr marL="0" indent="0">
              <a:buNone/>
            </a:pPr>
            <a:endParaRPr lang="uk-UA" dirty="0"/>
          </a:p>
          <a:p>
            <a:pPr marL="0" indent="0" algn="ctr">
              <a:lnSpc>
                <a:spcPct val="150000"/>
              </a:lnSpc>
              <a:buNone/>
            </a:pPr>
            <a:r>
              <a:rPr dirty="0" err="1" smtClean="0"/>
              <a:t>Бог</a:t>
            </a:r>
            <a:r>
              <a:rPr dirty="0" smtClean="0"/>
              <a:t> </a:t>
            </a:r>
            <a:r>
              <a:rPr dirty="0" err="1"/>
              <a:t>формирует</a:t>
            </a:r>
            <a:r>
              <a:rPr dirty="0"/>
              <a:t> </a:t>
            </a:r>
            <a:r>
              <a:rPr dirty="0" err="1"/>
              <a:t>человека</a:t>
            </a:r>
            <a:r>
              <a:rPr dirty="0"/>
              <a:t> в </a:t>
            </a:r>
            <a:r>
              <a:rPr dirty="0" err="1"/>
              <a:t>тайне</a:t>
            </a:r>
            <a:r>
              <a:rPr dirty="0"/>
              <a:t>, </a:t>
            </a:r>
            <a:r>
              <a:rPr dirty="0" err="1"/>
              <a:t>прежде</a:t>
            </a:r>
            <a:r>
              <a:rPr dirty="0"/>
              <a:t>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использовать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открыто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>
                <a:latin typeface="Arial Black" panose="020B0A04020102020204" pitchFamily="34" charset="0"/>
              </a:rPr>
              <a:t>Стрела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5555"/>
            <a:ext cx="8229600" cy="4651309"/>
          </a:xfrm>
        </p:spPr>
        <p:txBody>
          <a:bodyPr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видим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момент</a:t>
            </a:r>
            <a:r>
              <a:rPr dirty="0"/>
              <a:t> </a:t>
            </a:r>
            <a:r>
              <a:rPr dirty="0" err="1"/>
              <a:t>выстрела</a:t>
            </a:r>
            <a:r>
              <a:rPr dirty="0"/>
              <a:t> </a:t>
            </a:r>
            <a:r>
              <a:rPr dirty="0" err="1"/>
              <a:t>стрелы</a:t>
            </a:r>
            <a:r>
              <a:rPr dirty="0"/>
              <a:t>.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перед</a:t>
            </a:r>
            <a:r>
              <a:rPr dirty="0"/>
              <a:t> </a:t>
            </a:r>
            <a:r>
              <a:rPr dirty="0" err="1"/>
              <a:t>этим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b="1" dirty="0" err="1">
                <a:solidFill>
                  <a:srgbClr val="0070C0"/>
                </a:solidFill>
              </a:rPr>
              <a:t>долгий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процесс</a:t>
            </a:r>
            <a:r>
              <a:rPr b="1" dirty="0">
                <a:solidFill>
                  <a:srgbClr val="0070C0"/>
                </a:solidFill>
              </a:rPr>
              <a:t> </a:t>
            </a:r>
            <a:r>
              <a:rPr b="1" dirty="0" err="1">
                <a:solidFill>
                  <a:srgbClr val="0070C0"/>
                </a:solidFill>
              </a:rPr>
              <a:t>подготовки</a:t>
            </a:r>
            <a:r>
              <a:rPr dirty="0"/>
              <a:t>. </a:t>
            </a:r>
            <a:r>
              <a:rPr dirty="0" err="1"/>
              <a:t>Так</a:t>
            </a:r>
            <a:r>
              <a:rPr dirty="0"/>
              <a:t> </a:t>
            </a:r>
            <a:r>
              <a:rPr dirty="0" err="1" smtClean="0"/>
              <a:t>же</a:t>
            </a:r>
            <a:r>
              <a:rPr dirty="0" smtClean="0"/>
              <a:t> </a:t>
            </a:r>
            <a:r>
              <a:rPr dirty="0"/>
              <a:t>и в </a:t>
            </a:r>
            <a:r>
              <a:rPr dirty="0" err="1" smtClean="0"/>
              <a:t>жизни</a:t>
            </a:r>
            <a:r>
              <a:rPr dirty="0" smtClean="0"/>
              <a:t> </a:t>
            </a:r>
            <a:r>
              <a:rPr dirty="0" err="1"/>
              <a:t>человека</a:t>
            </a:r>
            <a:r>
              <a:rPr dirty="0" smtClean="0"/>
              <a:t>.</a:t>
            </a:r>
            <a:endParaRPr lang="uk-UA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uk-UA" b="1" dirty="0" smtClean="0"/>
              <a:t>Без </a:t>
            </a:r>
            <a:r>
              <a:rPr lang="uk-UA" b="1" dirty="0" err="1" smtClean="0"/>
              <a:t>подготовки</a:t>
            </a:r>
            <a:r>
              <a:rPr lang="uk-UA" b="1" dirty="0" smtClean="0"/>
              <a:t>, </a:t>
            </a:r>
            <a:r>
              <a:rPr lang="uk-UA" b="1" dirty="0" err="1" smtClean="0"/>
              <a:t>даже</a:t>
            </a:r>
            <a:r>
              <a:rPr lang="uk-UA" b="1" dirty="0" smtClean="0"/>
              <a:t> </a:t>
            </a:r>
            <a:r>
              <a:rPr lang="uk-UA" b="1" dirty="0" err="1" smtClean="0"/>
              <a:t>самая</a:t>
            </a:r>
            <a:r>
              <a:rPr lang="uk-UA" b="1" dirty="0" smtClean="0"/>
              <a:t> </a:t>
            </a:r>
            <a:r>
              <a:rPr lang="uk-UA" b="1" dirty="0" err="1" smtClean="0"/>
              <a:t>сильная</a:t>
            </a:r>
            <a:r>
              <a:rPr lang="uk-UA" b="1" dirty="0" smtClean="0"/>
              <a:t> </a:t>
            </a:r>
            <a:r>
              <a:rPr lang="uk-UA" b="1" dirty="0" err="1" smtClean="0"/>
              <a:t>стрела</a:t>
            </a:r>
            <a:r>
              <a:rPr lang="uk-UA" b="1" dirty="0" smtClean="0"/>
              <a:t> </a:t>
            </a:r>
            <a:r>
              <a:rPr lang="uk-UA" b="1" dirty="0" err="1" smtClean="0"/>
              <a:t>может</a:t>
            </a:r>
            <a:r>
              <a:rPr lang="uk-UA" b="1" dirty="0" smtClean="0"/>
              <a:t> НЕ </a:t>
            </a:r>
            <a:r>
              <a:rPr lang="uk-UA" b="1" dirty="0" err="1" smtClean="0"/>
              <a:t>долететь</a:t>
            </a:r>
            <a:r>
              <a:rPr lang="uk-UA" b="1" dirty="0" smtClean="0"/>
              <a:t> до </a:t>
            </a:r>
            <a:r>
              <a:rPr lang="uk-UA" b="1" dirty="0" err="1" smtClean="0"/>
              <a:t>цели</a:t>
            </a:r>
            <a:r>
              <a:rPr lang="uk-UA" b="1" dirty="0" smtClean="0"/>
              <a:t>.</a:t>
            </a:r>
            <a:endParaRPr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rial Black" panose="020B0A04020102020204" pitchFamily="34" charset="0"/>
              </a:rPr>
              <a:t>Стрела</a:t>
            </a:r>
            <a:r>
              <a:rPr dirty="0">
                <a:latin typeface="Arial Black" panose="020B0A04020102020204" pitchFamily="34" charset="0"/>
              </a:rPr>
              <a:t> и </a:t>
            </a:r>
            <a:r>
              <a:rPr dirty="0" err="1">
                <a:latin typeface="Arial Black" panose="020B0A04020102020204" pitchFamily="34" charset="0"/>
              </a:rPr>
              <a:t>цель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dirty="0"/>
              <a:t>У </a:t>
            </a:r>
            <a:r>
              <a:rPr dirty="0" err="1"/>
              <a:t>стрелы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цель</a:t>
            </a:r>
            <a:r>
              <a:rPr dirty="0"/>
              <a:t>. </a:t>
            </a:r>
            <a:endParaRPr lang="uk-UA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dirty="0" err="1" smtClean="0"/>
              <a:t>Бог</a:t>
            </a:r>
            <a:r>
              <a:rPr dirty="0" smtClean="0"/>
              <a:t> </a:t>
            </a:r>
            <a:r>
              <a:rPr dirty="0" err="1"/>
              <a:t>создал</a:t>
            </a:r>
            <a:r>
              <a:rPr dirty="0"/>
              <a:t> </a:t>
            </a:r>
            <a:r>
              <a:rPr dirty="0" err="1"/>
              <a:t>каждого</a:t>
            </a:r>
            <a:r>
              <a:rPr dirty="0"/>
              <a:t> </a:t>
            </a:r>
            <a:r>
              <a:rPr dirty="0" err="1"/>
              <a:t>человека</a:t>
            </a:r>
            <a:r>
              <a:rPr dirty="0"/>
              <a:t> с </a:t>
            </a:r>
            <a:r>
              <a:rPr dirty="0" err="1"/>
              <a:t>целью</a:t>
            </a:r>
            <a:r>
              <a:rPr dirty="0" smtClean="0"/>
              <a:t>.</a:t>
            </a:r>
            <a:endParaRPr lang="ru-RU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ru-RU" dirty="0" smtClean="0"/>
              <a:t>Дал каждому таланты, дары, способности.</a:t>
            </a:r>
            <a:r>
              <a:rPr dirty="0" smtClean="0"/>
              <a:t> </a:t>
            </a:r>
            <a:endParaRPr lang="uk-UA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dirty="0" err="1" smtClean="0"/>
              <a:t>Но</a:t>
            </a:r>
            <a:r>
              <a:rPr dirty="0" smtClean="0"/>
              <a:t> </a:t>
            </a:r>
            <a:r>
              <a:rPr dirty="0" err="1"/>
              <a:t>многие</a:t>
            </a:r>
            <a:r>
              <a:rPr dirty="0"/>
              <a:t> </a:t>
            </a:r>
            <a:r>
              <a:rPr dirty="0" err="1"/>
              <a:t>люди</a:t>
            </a:r>
            <a:r>
              <a:rPr dirty="0"/>
              <a:t> </a:t>
            </a:r>
            <a:r>
              <a:rPr dirty="0" err="1"/>
              <a:t>теряют</a:t>
            </a:r>
            <a:r>
              <a:rPr dirty="0"/>
              <a:t> </a:t>
            </a:r>
            <a:r>
              <a:rPr dirty="0" err="1" smtClean="0"/>
              <a:t>фокус</a:t>
            </a:r>
            <a:r>
              <a:rPr lang="ru-RU" dirty="0" smtClean="0"/>
              <a:t>, забывают зачем созданы…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>
                <a:latin typeface="Arial Black" panose="020B0A04020102020204" pitchFamily="34" charset="0"/>
              </a:rPr>
              <a:t>Стержень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стрелы</a:t>
            </a:r>
            <a:r>
              <a:rPr dirty="0">
                <a:latin typeface="Arial Black" panose="020B0A04020102020204" pitchFamily="34" charset="0"/>
              </a:rPr>
              <a:t> — </a:t>
            </a:r>
            <a:r>
              <a:rPr dirty="0" err="1">
                <a:latin typeface="Arial Black" panose="020B0A04020102020204" pitchFamily="34" charset="0"/>
              </a:rPr>
              <a:t>сердце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стержень</a:t>
            </a:r>
            <a:r>
              <a:rPr dirty="0"/>
              <a:t> </a:t>
            </a:r>
            <a:r>
              <a:rPr dirty="0" err="1">
                <a:solidFill>
                  <a:srgbClr val="FF0000"/>
                </a:solidFill>
              </a:rPr>
              <a:t>кривой</a:t>
            </a:r>
            <a:r>
              <a:rPr dirty="0"/>
              <a:t> — </a:t>
            </a:r>
            <a:r>
              <a:rPr dirty="0" err="1"/>
              <a:t>стрела</a:t>
            </a:r>
            <a:r>
              <a:rPr dirty="0"/>
              <a:t> </a:t>
            </a:r>
            <a:r>
              <a:rPr dirty="0" err="1">
                <a:solidFill>
                  <a:srgbClr val="FF0000"/>
                </a:solidFill>
              </a:rPr>
              <a:t>не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 err="1">
                <a:solidFill>
                  <a:srgbClr val="FF0000"/>
                </a:solidFill>
              </a:rPr>
              <a:t>попадёт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dirty="0"/>
              <a:t>в </a:t>
            </a:r>
            <a:r>
              <a:rPr dirty="0" err="1" smtClean="0"/>
              <a:t>цель</a:t>
            </a:r>
            <a:r>
              <a:rPr dirty="0" smtClean="0"/>
              <a:t>.</a:t>
            </a:r>
            <a:endParaRPr lang="uk-UA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dirty="0" err="1" smtClean="0"/>
              <a:t>Сердце</a:t>
            </a:r>
            <a:r>
              <a:rPr dirty="0" smtClean="0"/>
              <a:t> </a:t>
            </a:r>
            <a:r>
              <a:rPr dirty="0" err="1"/>
              <a:t>человека</a:t>
            </a:r>
            <a:r>
              <a:rPr dirty="0"/>
              <a:t> —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характер</a:t>
            </a:r>
            <a:r>
              <a:rPr dirty="0"/>
              <a:t>, </a:t>
            </a:r>
            <a:r>
              <a:rPr dirty="0" err="1"/>
              <a:t>ценности</a:t>
            </a:r>
            <a:r>
              <a:rPr dirty="0"/>
              <a:t> и </a:t>
            </a:r>
            <a:r>
              <a:rPr dirty="0" err="1"/>
              <a:t>внутренний</a:t>
            </a:r>
            <a:r>
              <a:rPr dirty="0"/>
              <a:t> </a:t>
            </a:r>
            <a:r>
              <a:rPr dirty="0" err="1"/>
              <a:t>мир</a:t>
            </a:r>
            <a:r>
              <a:rPr dirty="0"/>
              <a:t>. </a:t>
            </a:r>
            <a:endParaRPr lang="uk-UA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i="1" dirty="0" err="1" smtClean="0"/>
              <a:t>Притчи</a:t>
            </a:r>
            <a:r>
              <a:rPr i="1" dirty="0" smtClean="0"/>
              <a:t> </a:t>
            </a:r>
            <a:r>
              <a:rPr i="1" dirty="0"/>
              <a:t>4:23.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rial Black" panose="020B0A04020102020204" pitchFamily="34" charset="0"/>
              </a:rPr>
              <a:t>Бог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формирует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характер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хотим</a:t>
            </a:r>
            <a:r>
              <a:rPr dirty="0"/>
              <a:t> </a:t>
            </a:r>
            <a:r>
              <a:rPr dirty="0" err="1"/>
              <a:t>быстрый</a:t>
            </a:r>
            <a:r>
              <a:rPr dirty="0"/>
              <a:t> </a:t>
            </a:r>
            <a:r>
              <a:rPr dirty="0" err="1"/>
              <a:t>результат</a:t>
            </a:r>
            <a:r>
              <a:rPr dirty="0"/>
              <a:t>. </a:t>
            </a:r>
            <a:endParaRPr lang="uk-UA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dirty="0" err="1" smtClean="0"/>
              <a:t>Но</a:t>
            </a:r>
            <a:r>
              <a:rPr dirty="0" smtClean="0"/>
              <a:t> </a:t>
            </a:r>
            <a:r>
              <a:rPr dirty="0" err="1"/>
              <a:t>Бог</a:t>
            </a:r>
            <a:r>
              <a:rPr dirty="0"/>
              <a:t> </a:t>
            </a:r>
            <a:r>
              <a:rPr dirty="0" err="1"/>
              <a:t>сначала</a:t>
            </a:r>
            <a:r>
              <a:rPr dirty="0"/>
              <a:t> </a:t>
            </a:r>
            <a:r>
              <a:rPr dirty="0" err="1"/>
              <a:t>формирует</a:t>
            </a:r>
            <a:r>
              <a:rPr dirty="0"/>
              <a:t> </a:t>
            </a:r>
            <a:r>
              <a:rPr dirty="0" err="1"/>
              <a:t>сердце</a:t>
            </a:r>
            <a:r>
              <a:rPr dirty="0"/>
              <a:t>, </a:t>
            </a:r>
            <a:r>
              <a:rPr dirty="0" err="1"/>
              <a:t>смирение</a:t>
            </a:r>
            <a:r>
              <a:rPr dirty="0"/>
              <a:t> и </a:t>
            </a:r>
            <a:r>
              <a:rPr dirty="0" err="1"/>
              <a:t>характер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rial Black" panose="020B0A04020102020204" pitchFamily="34" charset="0"/>
              </a:rPr>
              <a:t>Невидимая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работа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Бога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dirty="0" err="1"/>
              <a:t>Самая</a:t>
            </a:r>
            <a:r>
              <a:rPr dirty="0"/>
              <a:t> </a:t>
            </a:r>
            <a:r>
              <a:rPr dirty="0" err="1"/>
              <a:t>важная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происходит</a:t>
            </a:r>
            <a:r>
              <a:rPr dirty="0"/>
              <a:t> в </a:t>
            </a:r>
            <a:r>
              <a:rPr dirty="0" err="1"/>
              <a:t>тишине</a:t>
            </a:r>
            <a:r>
              <a:rPr dirty="0"/>
              <a:t>. </a:t>
            </a:r>
            <a:r>
              <a:rPr dirty="0" err="1"/>
              <a:t>Мы</a:t>
            </a:r>
            <a:r>
              <a:rPr dirty="0"/>
              <a:t> </a:t>
            </a:r>
            <a:r>
              <a:rPr dirty="0" err="1"/>
              <a:t>видим</a:t>
            </a:r>
            <a:r>
              <a:rPr dirty="0"/>
              <a:t> </a:t>
            </a:r>
            <a:r>
              <a:rPr dirty="0" err="1" smtClean="0"/>
              <a:t>результат</a:t>
            </a:r>
            <a:r>
              <a:rPr lang="ru-RU" dirty="0" smtClean="0"/>
              <a:t> каких-то людей</a:t>
            </a:r>
            <a:r>
              <a:rPr dirty="0" smtClean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видим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rial Black" panose="020B0A04020102020204" pitchFamily="34" charset="0"/>
              </a:rPr>
              <a:t>Тайная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комната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i="1" dirty="0" err="1"/>
              <a:t>Матфея</a:t>
            </a:r>
            <a:r>
              <a:rPr i="1" dirty="0"/>
              <a:t> 6:6 </a:t>
            </a:r>
            <a:endParaRPr lang="ru-RU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ru-RU" dirty="0"/>
              <a:t>М</a:t>
            </a:r>
            <a:r>
              <a:rPr dirty="0" err="1" smtClean="0"/>
              <a:t>есто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человек</a:t>
            </a:r>
            <a:r>
              <a:rPr dirty="0"/>
              <a:t> </a:t>
            </a:r>
            <a:r>
              <a:rPr dirty="0" err="1"/>
              <a:t>остаётся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с </a:t>
            </a:r>
            <a:r>
              <a:rPr dirty="0" err="1"/>
              <a:t>Богом</a:t>
            </a:r>
            <a:r>
              <a:rPr dirty="0" smtClean="0"/>
              <a:t>.</a:t>
            </a:r>
            <a:endParaRPr lang="uk-UA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uk-UA" dirty="0" smtClean="0"/>
              <a:t>Там </a:t>
            </a:r>
            <a:r>
              <a:rPr lang="uk-UA" dirty="0" err="1" smtClean="0"/>
              <a:t>происходит</a:t>
            </a:r>
            <a:r>
              <a:rPr lang="uk-UA" dirty="0" smtClean="0"/>
              <a:t> </a:t>
            </a:r>
            <a:r>
              <a:rPr lang="uk-UA" dirty="0" err="1" smtClean="0"/>
              <a:t>настоящая</a:t>
            </a:r>
            <a:r>
              <a:rPr lang="uk-UA" dirty="0" smtClean="0"/>
              <a:t> </a:t>
            </a:r>
            <a:r>
              <a:rPr lang="uk-UA" dirty="0" err="1" smtClean="0"/>
              <a:t>работа</a:t>
            </a:r>
            <a:r>
              <a:rPr lang="uk-UA" dirty="0" smtClean="0"/>
              <a:t> Бога в </a:t>
            </a:r>
            <a:r>
              <a:rPr lang="uk-UA" dirty="0" err="1" smtClean="0"/>
              <a:t>сердце</a:t>
            </a:r>
            <a:r>
              <a:rPr lang="uk-UA" dirty="0"/>
              <a:t> </a:t>
            </a:r>
            <a:r>
              <a:rPr lang="uk-UA" dirty="0" err="1" smtClean="0"/>
              <a:t>человека</a:t>
            </a:r>
            <a:r>
              <a:rPr lang="uk-UA"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>
                <a:latin typeface="Arial Black" panose="020B0A04020102020204" pitchFamily="34" charset="0"/>
              </a:rPr>
              <a:t>Начало</a:t>
            </a:r>
            <a:r>
              <a:rPr b="1" dirty="0">
                <a:latin typeface="Arial Black" panose="020B0A04020102020204" pitchFamily="34" charset="0"/>
              </a:rPr>
              <a:t> </a:t>
            </a:r>
            <a:r>
              <a:rPr b="1" dirty="0" err="1">
                <a:latin typeface="Arial Black" panose="020B0A04020102020204" pitchFamily="34" charset="0"/>
              </a:rPr>
              <a:t>молитвы</a:t>
            </a:r>
            <a:endParaRPr b="1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dirty="0" err="1"/>
              <a:t>Молитва</a:t>
            </a:r>
            <a:r>
              <a:rPr dirty="0"/>
              <a:t> </a:t>
            </a:r>
            <a:r>
              <a:rPr dirty="0" err="1"/>
              <a:t>начинается</a:t>
            </a:r>
            <a:r>
              <a:rPr dirty="0"/>
              <a:t> с </a:t>
            </a:r>
            <a:r>
              <a:rPr dirty="0" err="1"/>
              <a:t>хвалы</a:t>
            </a:r>
            <a:r>
              <a:rPr dirty="0" smtClean="0"/>
              <a:t>.</a:t>
            </a:r>
            <a:endParaRPr lang="ru-RU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ru-RU" dirty="0" smtClean="0">
                <a:solidFill>
                  <a:srgbClr val="00B050"/>
                </a:solidFill>
              </a:rPr>
              <a:t>Хвала – самое важное!</a:t>
            </a:r>
            <a:endParaRPr lang="uk-UA" dirty="0" smtClean="0">
              <a:solidFill>
                <a:srgbClr val="00B050"/>
              </a:solidFill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dirty="0" smtClean="0"/>
              <a:t> </a:t>
            </a:r>
            <a:r>
              <a:rPr i="1" dirty="0" err="1" smtClean="0"/>
              <a:t>Псалом</a:t>
            </a:r>
            <a:r>
              <a:rPr i="1" dirty="0" smtClean="0"/>
              <a:t> </a:t>
            </a:r>
            <a:r>
              <a:rPr i="1" dirty="0"/>
              <a:t>106:1 </a:t>
            </a:r>
            <a:endParaRPr lang="uk-UA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i="1" dirty="0" smtClean="0"/>
              <a:t>«</a:t>
            </a:r>
            <a:r>
              <a:rPr i="1" dirty="0" err="1" smtClean="0"/>
              <a:t>Славьте</a:t>
            </a:r>
            <a:r>
              <a:rPr i="1" dirty="0" smtClean="0"/>
              <a:t> </a:t>
            </a:r>
            <a:r>
              <a:rPr i="1" dirty="0" err="1" smtClean="0"/>
              <a:t>Господа</a:t>
            </a:r>
            <a:r>
              <a:rPr i="1" dirty="0" smtClean="0"/>
              <a:t>, </a:t>
            </a:r>
            <a:r>
              <a:rPr i="1" dirty="0" err="1" smtClean="0"/>
              <a:t>ибо</a:t>
            </a:r>
            <a:r>
              <a:rPr i="1" dirty="0" smtClean="0"/>
              <a:t> </a:t>
            </a:r>
            <a:r>
              <a:rPr i="1" dirty="0" err="1" smtClean="0"/>
              <a:t>Он</a:t>
            </a:r>
            <a:r>
              <a:rPr i="1" dirty="0" smtClean="0"/>
              <a:t> </a:t>
            </a:r>
            <a:r>
              <a:rPr i="1" dirty="0" err="1" smtClean="0"/>
              <a:t>благ</a:t>
            </a:r>
            <a:r>
              <a:rPr i="1" dirty="0" smtClean="0"/>
              <a:t>».</a:t>
            </a:r>
            <a:endParaRPr i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649408" y="3175085"/>
            <a:ext cx="184518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/>
              <a:t>Дерево и плоды:</a:t>
            </a:r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rial Black" panose="020B0A04020102020204" pitchFamily="34" charset="0"/>
              </a:rPr>
              <a:t>Почему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важна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 smtClean="0">
                <a:latin typeface="Arial Black" panose="020B0A04020102020204" pitchFamily="34" charset="0"/>
              </a:rPr>
              <a:t>хвала</a:t>
            </a:r>
            <a:r>
              <a:rPr lang="en-US" dirty="0">
                <a:latin typeface="Arial Black" panose="020B0A04020102020204" pitchFamily="34" charset="0"/>
              </a:rPr>
              <a:t>?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dirty="0" err="1"/>
              <a:t>Хвала</a:t>
            </a:r>
            <a:r>
              <a:rPr dirty="0"/>
              <a:t> </a:t>
            </a:r>
            <a:r>
              <a:rPr dirty="0" err="1"/>
              <a:t>переводит</a:t>
            </a:r>
            <a:r>
              <a:rPr dirty="0"/>
              <a:t> </a:t>
            </a:r>
            <a:r>
              <a:rPr dirty="0" err="1"/>
              <a:t>фокус</a:t>
            </a:r>
            <a:r>
              <a:rPr dirty="0"/>
              <a:t> с </a:t>
            </a:r>
            <a:r>
              <a:rPr dirty="0" err="1"/>
              <a:t>проблем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Бога</a:t>
            </a:r>
            <a:r>
              <a:rPr dirty="0"/>
              <a:t> и </a:t>
            </a:r>
            <a:r>
              <a:rPr dirty="0" err="1"/>
              <a:t>приносит</a:t>
            </a:r>
            <a:r>
              <a:rPr dirty="0"/>
              <a:t> </a:t>
            </a:r>
            <a:r>
              <a:rPr dirty="0" err="1"/>
              <a:t>мир</a:t>
            </a:r>
            <a:r>
              <a:rPr dirty="0"/>
              <a:t> </a:t>
            </a:r>
            <a:r>
              <a:rPr dirty="0" smtClean="0"/>
              <a:t>в </a:t>
            </a:r>
            <a:r>
              <a:rPr dirty="0" err="1"/>
              <a:t>сердце</a:t>
            </a:r>
            <a:r>
              <a:rPr dirty="0" smtClean="0"/>
              <a:t>.</a:t>
            </a:r>
            <a:endParaRPr lang="uk-UA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uk-UA" dirty="0" err="1" smtClean="0"/>
              <a:t>Она</a:t>
            </a:r>
            <a:r>
              <a:rPr lang="uk-UA" dirty="0" smtClean="0"/>
              <a:t> </a:t>
            </a:r>
            <a:r>
              <a:rPr lang="uk-UA" dirty="0" err="1" smtClean="0"/>
              <a:t>напоминает</a:t>
            </a:r>
            <a:r>
              <a:rPr lang="uk-UA" dirty="0" smtClean="0"/>
              <a:t> </a:t>
            </a:r>
            <a:r>
              <a:rPr lang="uk-UA" dirty="0" err="1" smtClean="0"/>
              <a:t>что</a:t>
            </a:r>
            <a:r>
              <a:rPr lang="uk-UA" dirty="0" smtClean="0"/>
              <a:t> Бог рядом.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uk-UA" dirty="0" err="1" smtClean="0"/>
              <a:t>Человек</a:t>
            </a:r>
            <a:r>
              <a:rPr lang="uk-UA" dirty="0" smtClean="0"/>
              <a:t> </a:t>
            </a:r>
            <a:r>
              <a:rPr lang="uk-UA" dirty="0" err="1" smtClean="0"/>
              <a:t>славит</a:t>
            </a:r>
            <a:r>
              <a:rPr lang="uk-UA" dirty="0" smtClean="0"/>
              <a:t> – </a:t>
            </a:r>
            <a:r>
              <a:rPr lang="uk-UA" dirty="0" err="1" smtClean="0"/>
              <a:t>сердце</a:t>
            </a:r>
            <a:r>
              <a:rPr lang="uk-UA" dirty="0" smtClean="0"/>
              <a:t> </a:t>
            </a:r>
            <a:r>
              <a:rPr lang="uk-UA" dirty="0" err="1" smtClean="0"/>
              <a:t>меняеться</a:t>
            </a:r>
            <a:r>
              <a:rPr lang="uk-UA" dirty="0" smtClean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rial Black" panose="020B0A04020102020204" pitchFamily="34" charset="0"/>
              </a:rPr>
              <a:t>Поклонение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dirty="0" err="1"/>
              <a:t>Хвала</a:t>
            </a:r>
            <a:r>
              <a:rPr dirty="0"/>
              <a:t>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 smtClean="0"/>
              <a:t>выражение</a:t>
            </a:r>
            <a:r>
              <a:rPr lang="uk-UA" dirty="0" smtClean="0"/>
              <a:t> и </a:t>
            </a:r>
            <a:r>
              <a:rPr lang="uk-UA" dirty="0" err="1" smtClean="0"/>
              <a:t>проявление</a:t>
            </a:r>
            <a:r>
              <a:rPr lang="uk-UA" dirty="0" smtClean="0"/>
              <a:t> </a:t>
            </a:r>
            <a:r>
              <a:rPr lang="uk-UA" dirty="0" err="1" smtClean="0"/>
              <a:t>снаружи</a:t>
            </a:r>
            <a:r>
              <a:rPr dirty="0" smtClean="0"/>
              <a:t>. </a:t>
            </a:r>
            <a:endParaRPr lang="uk-UA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dirty="0" err="1" smtClean="0"/>
              <a:t>Поклонение</a:t>
            </a:r>
            <a:r>
              <a:rPr dirty="0" smtClean="0"/>
              <a:t> </a:t>
            </a:r>
            <a:r>
              <a:rPr dirty="0"/>
              <a:t>— </a:t>
            </a:r>
            <a:r>
              <a:rPr dirty="0" err="1" smtClean="0"/>
              <a:t>состояние</a:t>
            </a:r>
            <a:r>
              <a:rPr dirty="0" smtClean="0"/>
              <a:t> </a:t>
            </a:r>
            <a:r>
              <a:rPr dirty="0" err="1"/>
              <a:t>сердца</a:t>
            </a:r>
            <a:r>
              <a:rPr dirty="0" smtClean="0"/>
              <a:t>.</a:t>
            </a:r>
            <a:endParaRPr lang="uk-UA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uk-UA" dirty="0" err="1" smtClean="0"/>
              <a:t>Можно</a:t>
            </a:r>
            <a:r>
              <a:rPr lang="uk-UA" dirty="0" smtClean="0"/>
              <a:t> </a:t>
            </a:r>
            <a:r>
              <a:rPr lang="uk-UA" dirty="0" err="1" smtClean="0"/>
              <a:t>петь</a:t>
            </a:r>
            <a:r>
              <a:rPr lang="uk-UA" dirty="0" smtClean="0"/>
              <a:t> </a:t>
            </a:r>
            <a:r>
              <a:rPr lang="uk-UA" dirty="0" err="1" smtClean="0"/>
              <a:t>песни</a:t>
            </a:r>
            <a:r>
              <a:rPr lang="uk-UA" dirty="0" smtClean="0"/>
              <a:t>, но </a:t>
            </a:r>
            <a:r>
              <a:rPr lang="uk-UA" dirty="0" err="1" smtClean="0"/>
              <a:t>внутри</a:t>
            </a:r>
            <a:r>
              <a:rPr lang="uk-UA" dirty="0" smtClean="0"/>
              <a:t> </a:t>
            </a:r>
            <a:r>
              <a:rPr lang="uk-UA" dirty="0" err="1" smtClean="0"/>
              <a:t>будет</a:t>
            </a:r>
            <a:r>
              <a:rPr lang="uk-UA" dirty="0" smtClean="0"/>
              <a:t> пусто.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rial Black" panose="020B0A04020102020204" pitchFamily="34" charset="0"/>
              </a:rPr>
              <a:t>Пример</a:t>
            </a:r>
            <a:r>
              <a:rPr dirty="0">
                <a:latin typeface="Arial Black" panose="020B0A04020102020204" pitchFamily="34" charset="0"/>
              </a:rPr>
              <a:t> с </a:t>
            </a:r>
            <a:r>
              <a:rPr dirty="0" err="1">
                <a:latin typeface="Arial Black" panose="020B0A04020102020204" pitchFamily="34" charset="0"/>
              </a:rPr>
              <a:t>чаем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859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sz="2800" dirty="0" err="1"/>
              <a:t>Если</a:t>
            </a:r>
            <a:r>
              <a:rPr sz="2800" dirty="0"/>
              <a:t> </a:t>
            </a:r>
            <a:r>
              <a:rPr sz="2800" dirty="0" err="1"/>
              <a:t>чай</a:t>
            </a:r>
            <a:r>
              <a:rPr sz="2800" dirty="0"/>
              <a:t> </a:t>
            </a:r>
            <a:r>
              <a:rPr sz="2800" dirty="0" err="1"/>
              <a:t>горячий</a:t>
            </a:r>
            <a:r>
              <a:rPr sz="2800" dirty="0"/>
              <a:t> — </a:t>
            </a:r>
            <a:r>
              <a:rPr lang="uk-UA" sz="2800" dirty="0" err="1" smtClean="0"/>
              <a:t>идет</a:t>
            </a:r>
            <a:r>
              <a:rPr sz="2800" dirty="0" smtClean="0"/>
              <a:t> </a:t>
            </a:r>
            <a:r>
              <a:rPr sz="2800" dirty="0" err="1" smtClean="0"/>
              <a:t>пар</a:t>
            </a:r>
            <a:r>
              <a:rPr sz="2800" dirty="0" smtClean="0"/>
              <a:t>.</a:t>
            </a:r>
            <a:endParaRPr lang="uk-UA" sz="2800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sz="2800" dirty="0" err="1" smtClean="0"/>
              <a:t>Пар</a:t>
            </a:r>
            <a:r>
              <a:rPr sz="2800" dirty="0" smtClean="0"/>
              <a:t> </a:t>
            </a:r>
            <a:r>
              <a:rPr lang="uk-UA" sz="2800" dirty="0" smtClean="0"/>
              <a:t>– то </a:t>
            </a:r>
            <a:r>
              <a:rPr lang="uk-UA" sz="2800" dirty="0" err="1" smtClean="0"/>
              <a:t>что</a:t>
            </a:r>
            <a:r>
              <a:rPr lang="uk-UA" sz="2800" dirty="0" smtClean="0"/>
              <a:t> </a:t>
            </a:r>
            <a:r>
              <a:rPr sz="2800" dirty="0" err="1" smtClean="0"/>
              <a:t>видно</a:t>
            </a:r>
            <a:r>
              <a:rPr sz="2800" dirty="0" smtClean="0"/>
              <a:t>,</a:t>
            </a:r>
            <a:r>
              <a:rPr lang="uk-UA" sz="2800" dirty="0"/>
              <a:t> </a:t>
            </a:r>
            <a:r>
              <a:rPr sz="2800" dirty="0" err="1" smtClean="0"/>
              <a:t>но</a:t>
            </a:r>
            <a:r>
              <a:rPr sz="2800" dirty="0" smtClean="0"/>
              <a:t> </a:t>
            </a:r>
            <a:r>
              <a:rPr sz="2800" dirty="0" err="1" smtClean="0"/>
              <a:t>причина</a:t>
            </a:r>
            <a:r>
              <a:rPr lang="uk-UA" sz="2800" dirty="0" smtClean="0"/>
              <a:t> пара</a:t>
            </a:r>
            <a:r>
              <a:rPr sz="2800" dirty="0" smtClean="0"/>
              <a:t> </a:t>
            </a:r>
            <a:r>
              <a:rPr sz="2800" dirty="0" err="1" smtClean="0"/>
              <a:t>внутри</a:t>
            </a:r>
            <a:r>
              <a:rPr lang="uk-UA" sz="2800" dirty="0" smtClean="0"/>
              <a:t> – тепло</a:t>
            </a:r>
            <a:r>
              <a:rPr dirty="0" smtClean="0"/>
              <a:t>.</a:t>
            </a:r>
            <a:endParaRPr lang="uk-UA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uk-UA" sz="2800" dirty="0" smtClean="0"/>
              <a:t>Чай ост</a:t>
            </a:r>
            <a:r>
              <a:rPr lang="ru-RU" sz="2800" dirty="0" err="1" smtClean="0"/>
              <a:t>ыл</a:t>
            </a:r>
            <a:r>
              <a:rPr lang="ru-RU" sz="2800" dirty="0" smtClean="0"/>
              <a:t> – пара нет.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ru-RU" dirty="0" smtClean="0"/>
              <a:t>Внутри настоящее поклонение – хвала становиться естественной.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Arial Black" panose="020B0A04020102020204" pitchFamily="34" charset="0"/>
              </a:rPr>
              <a:t>Как это работает вместе?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dirty="0" smtClean="0"/>
              <a:t>Поклонение – рождает хвалу.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ru-RU" dirty="0" smtClean="0"/>
              <a:t>Хвала - без поклонения просто звук!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ru-RU" dirty="0" smtClean="0"/>
              <a:t>Поклонение без хвалы, может быть тихим, но настоящим!</a:t>
            </a:r>
          </a:p>
        </p:txBody>
      </p:sp>
    </p:spTree>
    <p:extLst>
      <p:ext uri="{BB962C8B-B14F-4D97-AF65-F5344CB8AC3E}">
        <p14:creationId xmlns:p14="http://schemas.microsoft.com/office/powerpoint/2010/main" val="1581331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</a:pPr>
            <a:r>
              <a:rPr lang="ru-RU" dirty="0">
                <a:latin typeface="Arial Black" panose="020B0A04020102020204" pitchFamily="34" charset="0"/>
              </a:rPr>
              <a:t>Дерево и плоды:</a:t>
            </a:r>
            <a:endParaRPr lang="ru-RU" dirty="0"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dirty="0" smtClean="0"/>
              <a:t>Плоды </a:t>
            </a:r>
            <a:r>
              <a:rPr lang="ru-RU" dirty="0"/>
              <a:t>(форма) – </a:t>
            </a:r>
            <a:r>
              <a:rPr lang="ru-RU" dirty="0" smtClean="0"/>
              <a:t>хвала.</a:t>
            </a:r>
            <a:endParaRPr lang="ru-RU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ru-RU" dirty="0"/>
              <a:t>Корень (состояние) </a:t>
            </a:r>
            <a:r>
              <a:rPr lang="ru-RU" dirty="0" smtClean="0"/>
              <a:t>– поклонение.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ru-RU" dirty="0" smtClean="0">
                <a:solidFill>
                  <a:srgbClr val="00B050"/>
                </a:solidFill>
              </a:rPr>
              <a:t>Корень живой – плоды есть</a:t>
            </a:r>
            <a:r>
              <a:rPr lang="ru-RU" dirty="0" smtClean="0"/>
              <a:t>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ru-RU" dirty="0" smtClean="0">
                <a:solidFill>
                  <a:srgbClr val="FF0000"/>
                </a:solidFill>
              </a:rPr>
              <a:t>Корня нет</a:t>
            </a:r>
            <a:r>
              <a:rPr lang="ru-RU" dirty="0" smtClean="0"/>
              <a:t> – можно прицепить </a:t>
            </a:r>
            <a:r>
              <a:rPr lang="ru-RU" dirty="0" smtClean="0">
                <a:solidFill>
                  <a:srgbClr val="FF0000"/>
                </a:solidFill>
              </a:rPr>
              <a:t>плоды</a:t>
            </a:r>
            <a:r>
              <a:rPr lang="ru-RU" dirty="0" smtClean="0"/>
              <a:t>, но </a:t>
            </a:r>
            <a:r>
              <a:rPr lang="ru-RU" dirty="0" smtClean="0">
                <a:solidFill>
                  <a:srgbClr val="FF0000"/>
                </a:solidFill>
              </a:rPr>
              <a:t>не живые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9248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rial Black" panose="020B0A04020102020204" pitchFamily="34" charset="0"/>
              </a:rPr>
              <a:t>Благодарность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 lnSpcReduction="1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sz="2800" i="1" dirty="0"/>
              <a:t>1 </a:t>
            </a:r>
            <a:r>
              <a:rPr sz="2800" i="1" dirty="0" err="1"/>
              <a:t>Фессалоникийцам</a:t>
            </a:r>
            <a:r>
              <a:rPr sz="2800" i="1" dirty="0"/>
              <a:t> 5:18 </a:t>
            </a:r>
            <a:r>
              <a:rPr sz="2800" i="1" dirty="0" smtClean="0"/>
              <a:t> </a:t>
            </a:r>
            <a:r>
              <a:rPr sz="2800" i="1" dirty="0"/>
              <a:t>«</a:t>
            </a:r>
            <a:r>
              <a:rPr sz="2800" i="1" dirty="0" err="1"/>
              <a:t>За</a:t>
            </a:r>
            <a:r>
              <a:rPr sz="2800" i="1" dirty="0"/>
              <a:t> </a:t>
            </a:r>
            <a:r>
              <a:rPr sz="2800" i="1" dirty="0" err="1"/>
              <a:t>всё</a:t>
            </a:r>
            <a:r>
              <a:rPr sz="2800" i="1" dirty="0"/>
              <a:t> </a:t>
            </a:r>
            <a:r>
              <a:rPr sz="2800" i="1" dirty="0" err="1"/>
              <a:t>благодарите</a:t>
            </a:r>
            <a:r>
              <a:rPr sz="2800" i="1" dirty="0" smtClean="0"/>
              <a:t>».</a:t>
            </a:r>
            <a:endParaRPr lang="ru-RU" sz="2800" i="1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ru-RU" b="1" dirty="0" smtClean="0"/>
              <a:t>Помогает:</a:t>
            </a:r>
          </a:p>
          <a:p>
            <a:pPr marL="514350" indent="-514350" algn="ctr">
              <a:lnSpc>
                <a:spcPct val="150000"/>
              </a:lnSpc>
              <a:buAutoNum type="arabicPeriod"/>
            </a:pPr>
            <a:r>
              <a:rPr lang="ru-RU" dirty="0" smtClean="0"/>
              <a:t>Замечать благословения</a:t>
            </a:r>
          </a:p>
          <a:p>
            <a:pPr marL="514350" indent="-514350" algn="ctr">
              <a:lnSpc>
                <a:spcPct val="150000"/>
              </a:lnSpc>
              <a:buAutoNum type="arabicPeriod"/>
            </a:pPr>
            <a:r>
              <a:rPr lang="ru-RU" dirty="0" smtClean="0"/>
              <a:t>Укрепляет веру и </a:t>
            </a:r>
            <a:r>
              <a:rPr lang="ru-RU" dirty="0" err="1" smtClean="0"/>
              <a:t>внутрений</a:t>
            </a:r>
            <a:r>
              <a:rPr lang="ru-RU" dirty="0" smtClean="0"/>
              <a:t> мир</a:t>
            </a:r>
          </a:p>
          <a:p>
            <a:pPr marL="514350" indent="-514350" algn="ctr">
              <a:lnSpc>
                <a:spcPct val="150000"/>
              </a:lnSpc>
              <a:buAutoNum type="arabicPeriod"/>
            </a:pPr>
            <a:r>
              <a:rPr lang="ru-RU" dirty="0" smtClean="0"/>
              <a:t>Формирует радостный и благодарный взгляд на жизнь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rial Black" panose="020B0A04020102020204" pitchFamily="34" charset="0"/>
              </a:rPr>
              <a:t>Невидимая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борьба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dirty="0" err="1"/>
              <a:t>Главная</a:t>
            </a:r>
            <a:r>
              <a:rPr dirty="0"/>
              <a:t> </a:t>
            </a:r>
            <a:r>
              <a:rPr dirty="0" err="1"/>
              <a:t>борьба</a:t>
            </a:r>
            <a:r>
              <a:rPr dirty="0"/>
              <a:t> </a:t>
            </a:r>
            <a:r>
              <a:rPr dirty="0" err="1"/>
              <a:t>происходит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человека</a:t>
            </a:r>
            <a:r>
              <a:rPr dirty="0"/>
              <a:t>: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мысли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страхи</a:t>
            </a:r>
            <a:r>
              <a:rPr dirty="0">
                <a:solidFill>
                  <a:schemeClr val="accent6">
                    <a:lumMod val="75000"/>
                  </a:schemeClr>
                </a:solidFill>
              </a:rPr>
              <a:t>, </a:t>
            </a:r>
            <a:r>
              <a:rPr dirty="0" err="1">
                <a:solidFill>
                  <a:schemeClr val="accent6">
                    <a:lumMod val="75000"/>
                  </a:schemeClr>
                </a:solidFill>
              </a:rPr>
              <a:t>усталость</a:t>
            </a:r>
            <a:r>
              <a:rPr dirty="0" smtClean="0"/>
              <a:t>.</a:t>
            </a:r>
            <a:endParaRPr lang="ru-RU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ru-RU" sz="3000" dirty="0" smtClean="0"/>
              <a:t>Главная цель дьявола – </a:t>
            </a:r>
            <a:r>
              <a:rPr lang="ru-RU" sz="3000" dirty="0" smtClean="0">
                <a:solidFill>
                  <a:srgbClr val="FF0000"/>
                </a:solidFill>
              </a:rPr>
              <a:t>задушить жажду к Богу</a:t>
            </a:r>
            <a:r>
              <a:rPr lang="ru-RU" sz="3000" dirty="0" smtClean="0"/>
              <a:t>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ru-RU" sz="3000" dirty="0" smtClean="0"/>
              <a:t>Посылает </a:t>
            </a:r>
            <a:r>
              <a:rPr lang="ru-RU" sz="3000" dirty="0" smtClean="0">
                <a:solidFill>
                  <a:schemeClr val="accent6">
                    <a:lumMod val="75000"/>
                  </a:schemeClr>
                </a:solidFill>
              </a:rPr>
              <a:t>сомнительные мысли </a:t>
            </a:r>
            <a:r>
              <a:rPr lang="ru-RU" sz="3000" dirty="0" smtClean="0"/>
              <a:t>- человек начинает </a:t>
            </a:r>
            <a:r>
              <a:rPr lang="ru-RU" sz="3000" dirty="0" smtClean="0">
                <a:solidFill>
                  <a:schemeClr val="accent6">
                    <a:lumMod val="75000"/>
                  </a:schemeClr>
                </a:solidFill>
              </a:rPr>
              <a:t>верить</a:t>
            </a:r>
            <a:r>
              <a:rPr lang="ru-RU" sz="3000" dirty="0" smtClean="0"/>
              <a:t> - враг начинает </a:t>
            </a:r>
            <a:r>
              <a:rPr lang="ru-RU" sz="3000" dirty="0" smtClean="0">
                <a:solidFill>
                  <a:schemeClr val="accent6">
                    <a:lumMod val="75000"/>
                  </a:schemeClr>
                </a:solidFill>
              </a:rPr>
              <a:t>побеждать</a:t>
            </a:r>
            <a:r>
              <a:rPr lang="ru-RU" sz="3000" dirty="0" smtClean="0"/>
              <a:t>.</a:t>
            </a:r>
            <a:endParaRPr sz="3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rial Black" panose="020B0A04020102020204" pitchFamily="34" charset="0"/>
              </a:rPr>
              <a:t>Где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наша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 smtClean="0">
                <a:latin typeface="Arial Black" panose="020B0A04020102020204" pitchFamily="34" charset="0"/>
              </a:rPr>
              <a:t>сила</a:t>
            </a:r>
            <a:r>
              <a:rPr lang="en-US" dirty="0" smtClean="0">
                <a:latin typeface="Arial Black" panose="020B0A04020102020204" pitchFamily="34" charset="0"/>
              </a:rPr>
              <a:t>?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sz="2800" dirty="0" err="1"/>
              <a:t>Человек</a:t>
            </a:r>
            <a:r>
              <a:rPr sz="2800" dirty="0"/>
              <a:t> </a:t>
            </a:r>
            <a:r>
              <a:rPr sz="2800" dirty="0" err="1"/>
              <a:t>как</a:t>
            </a:r>
            <a:r>
              <a:rPr sz="2800" dirty="0"/>
              <a:t> </a:t>
            </a:r>
            <a:r>
              <a:rPr sz="2800" dirty="0" err="1" smtClean="0"/>
              <a:t>телефон</a:t>
            </a:r>
            <a:r>
              <a:rPr sz="2800" dirty="0" smtClean="0"/>
              <a:t>.</a:t>
            </a:r>
            <a:endParaRPr lang="ru-RU" sz="2800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sz="2800" dirty="0" err="1" smtClean="0"/>
              <a:t>Без</a:t>
            </a:r>
            <a:r>
              <a:rPr sz="2800" dirty="0" smtClean="0"/>
              <a:t> </a:t>
            </a:r>
            <a:r>
              <a:rPr sz="2800" dirty="0" err="1"/>
              <a:t>подзарядки</a:t>
            </a:r>
            <a:r>
              <a:rPr sz="2800" dirty="0"/>
              <a:t> </a:t>
            </a:r>
            <a:r>
              <a:rPr sz="2800" dirty="0" err="1"/>
              <a:t>он</a:t>
            </a:r>
            <a:r>
              <a:rPr sz="2800" dirty="0"/>
              <a:t> </a:t>
            </a:r>
            <a:r>
              <a:rPr sz="2800" dirty="0" err="1"/>
              <a:t>выключается</a:t>
            </a:r>
            <a:r>
              <a:rPr sz="2800" dirty="0"/>
              <a:t>. </a:t>
            </a:r>
            <a:endParaRPr lang="ru-RU" sz="2800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ru-RU" dirty="0" smtClean="0">
                <a:solidFill>
                  <a:srgbClr val="FF0000"/>
                </a:solidFill>
              </a:rPr>
              <a:t>Не сможем </a:t>
            </a:r>
            <a:r>
              <a:rPr lang="ru-RU" dirty="0" smtClean="0"/>
              <a:t>победить всё это </a:t>
            </a:r>
            <a:r>
              <a:rPr lang="ru-RU" dirty="0" smtClean="0">
                <a:solidFill>
                  <a:srgbClr val="FF0000"/>
                </a:solidFill>
              </a:rPr>
              <a:t>своими силами</a:t>
            </a:r>
            <a:r>
              <a:rPr lang="ru-RU" dirty="0" smtClean="0"/>
              <a:t>.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uk-UA" dirty="0">
                <a:solidFill>
                  <a:srgbClr val="0070C0"/>
                </a:solidFill>
              </a:rPr>
              <a:t>Наш </a:t>
            </a:r>
            <a:r>
              <a:rPr lang="uk-UA" dirty="0" err="1">
                <a:solidFill>
                  <a:srgbClr val="0070C0"/>
                </a:solidFill>
              </a:rPr>
              <a:t>источник</a:t>
            </a:r>
            <a:r>
              <a:rPr lang="uk-UA" dirty="0">
                <a:solidFill>
                  <a:srgbClr val="0070C0"/>
                </a:solidFill>
              </a:rPr>
              <a:t> </a:t>
            </a:r>
            <a:r>
              <a:rPr lang="uk-UA" dirty="0" err="1">
                <a:solidFill>
                  <a:srgbClr val="0070C0"/>
                </a:solidFill>
              </a:rPr>
              <a:t>силы</a:t>
            </a:r>
            <a:r>
              <a:rPr lang="uk-UA" dirty="0">
                <a:solidFill>
                  <a:srgbClr val="0070C0"/>
                </a:solidFill>
              </a:rPr>
              <a:t> — </a:t>
            </a:r>
            <a:r>
              <a:rPr lang="uk-UA" dirty="0" smtClean="0">
                <a:solidFill>
                  <a:srgbClr val="0070C0"/>
                </a:solidFill>
              </a:rPr>
              <a:t>Бог</a:t>
            </a:r>
            <a:r>
              <a:rPr lang="uk-UA" dirty="0" smtClean="0"/>
              <a:t>!</a:t>
            </a:r>
            <a:endParaRPr lang="uk-UA" dirty="0"/>
          </a:p>
          <a:p>
            <a:pPr marL="0" indent="0" algn="ctr">
              <a:lnSpc>
                <a:spcPct val="150000"/>
              </a:lnSpc>
              <a:buNone/>
            </a:pP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>
                <a:latin typeface="Arial Black" panose="020B0A04020102020204" pitchFamily="34" charset="0"/>
              </a:rPr>
              <a:t>Духовная</a:t>
            </a:r>
            <a:r>
              <a:rPr dirty="0">
                <a:latin typeface="Arial Black" panose="020B0A04020102020204" pitchFamily="34" charset="0"/>
              </a:rPr>
              <a:t> </a:t>
            </a:r>
            <a:r>
              <a:rPr dirty="0" err="1">
                <a:latin typeface="Arial Black" panose="020B0A04020102020204" pitchFamily="34" charset="0"/>
              </a:rPr>
              <a:t>броня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i="1" dirty="0" err="1"/>
              <a:t>Ефесянам</a:t>
            </a:r>
            <a:r>
              <a:rPr i="1" dirty="0"/>
              <a:t> </a:t>
            </a:r>
            <a:r>
              <a:rPr i="1" dirty="0" smtClean="0"/>
              <a:t>6:11</a:t>
            </a:r>
            <a:endParaRPr lang="ru-RU" i="1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i="1" dirty="0" smtClean="0"/>
              <a:t>«</a:t>
            </a:r>
            <a:r>
              <a:rPr i="1" dirty="0" err="1" smtClean="0"/>
              <a:t>Облекитесь</a:t>
            </a:r>
            <a:r>
              <a:rPr i="1" dirty="0" smtClean="0"/>
              <a:t> </a:t>
            </a:r>
            <a:r>
              <a:rPr i="1" dirty="0" err="1"/>
              <a:t>во</a:t>
            </a:r>
            <a:r>
              <a:rPr i="1" dirty="0"/>
              <a:t> </a:t>
            </a:r>
            <a:r>
              <a:rPr i="1" dirty="0" err="1"/>
              <a:t>всеоружие</a:t>
            </a:r>
            <a:r>
              <a:rPr i="1" dirty="0"/>
              <a:t> </a:t>
            </a:r>
            <a:r>
              <a:rPr i="1" dirty="0" err="1"/>
              <a:t>Божие</a:t>
            </a:r>
            <a:r>
              <a:rPr i="1" dirty="0" smtClean="0"/>
              <a:t>».</a:t>
            </a:r>
            <a:endParaRPr lang="ru-RU" i="1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ru-RU" dirty="0" smtClean="0">
                <a:solidFill>
                  <a:srgbClr val="FF0000"/>
                </a:solidFill>
              </a:rPr>
              <a:t>Без истины – всё ничто!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ru-RU" dirty="0" smtClean="0">
                <a:solidFill>
                  <a:srgbClr val="FF0000"/>
                </a:solidFill>
              </a:rPr>
              <a:t>Веришь </a:t>
            </a:r>
            <a:r>
              <a:rPr lang="ru-RU" dirty="0" err="1" smtClean="0">
                <a:solidFill>
                  <a:srgbClr val="FF0000"/>
                </a:solidFill>
              </a:rPr>
              <a:t>брехне</a:t>
            </a:r>
            <a:r>
              <a:rPr lang="ru-RU" dirty="0" smtClean="0">
                <a:solidFill>
                  <a:srgbClr val="FF0000"/>
                </a:solidFill>
              </a:rPr>
              <a:t> – броня не сработает!</a:t>
            </a:r>
          </a:p>
          <a:p>
            <a:pPr marL="0" indent="0" algn="ctr">
              <a:lnSpc>
                <a:spcPct val="150000"/>
              </a:lnSpc>
              <a:buNone/>
            </a:pP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Arial Black" panose="020B0A04020102020204" pitchFamily="34" charset="0"/>
              </a:rPr>
              <a:t>Какая броня?</a:t>
            </a:r>
            <a:endParaRPr lang="en-US" dirty="0">
              <a:latin typeface="Arial Black" panose="020B0A04020102020204" pitchFamily="34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14350" indent="-514350" algn="ctr">
              <a:lnSpc>
                <a:spcPct val="150000"/>
              </a:lnSpc>
              <a:buAutoNum type="arabicPeriod"/>
            </a:pPr>
            <a:r>
              <a:rPr lang="ru-RU" b="1" dirty="0" smtClean="0"/>
              <a:t>Обувь </a:t>
            </a:r>
            <a:r>
              <a:rPr lang="ru-RU" dirty="0" smtClean="0"/>
              <a:t>– мир даёт стойкость!</a:t>
            </a:r>
          </a:p>
          <a:p>
            <a:pPr marL="514350" indent="-514350" algn="ctr">
              <a:lnSpc>
                <a:spcPct val="150000"/>
              </a:lnSpc>
              <a:buAutoNum type="arabicPeriod"/>
            </a:pPr>
            <a:r>
              <a:rPr lang="ru-RU" b="1" dirty="0" smtClean="0"/>
              <a:t>Щит</a:t>
            </a:r>
            <a:r>
              <a:rPr lang="ru-RU" dirty="0" smtClean="0"/>
              <a:t> – вера, доверять даже когда не чувствуешь</a:t>
            </a:r>
          </a:p>
          <a:p>
            <a:pPr marL="514350" indent="-514350" algn="ctr">
              <a:lnSpc>
                <a:spcPct val="150000"/>
              </a:lnSpc>
              <a:buAutoNum type="arabicPeriod"/>
            </a:pPr>
            <a:r>
              <a:rPr lang="ru-RU" b="1" dirty="0" smtClean="0"/>
              <a:t>Шлем</a:t>
            </a:r>
            <a:r>
              <a:rPr lang="ru-RU" dirty="0" smtClean="0"/>
              <a:t> – навязчивые мысли</a:t>
            </a:r>
          </a:p>
          <a:p>
            <a:pPr marL="514350" indent="-514350" algn="ctr">
              <a:lnSpc>
                <a:spcPct val="150000"/>
              </a:lnSpc>
              <a:buAutoNum type="arabicPeriod"/>
            </a:pPr>
            <a:r>
              <a:rPr lang="ru-RU" b="1" dirty="0" err="1" smtClean="0"/>
              <a:t>Мечь</a:t>
            </a:r>
            <a:r>
              <a:rPr lang="ru-RU" dirty="0" smtClean="0"/>
              <a:t> – </a:t>
            </a:r>
            <a:r>
              <a:rPr lang="ru-RU" dirty="0"/>
              <a:t>С</a:t>
            </a:r>
            <a:r>
              <a:rPr lang="ru-RU" dirty="0" smtClean="0"/>
              <a:t>лово Божье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283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>
                <a:latin typeface="Arial Black" panose="020B0A04020102020204" pitchFamily="34" charset="0"/>
              </a:rPr>
              <a:t>Молитва</a:t>
            </a:r>
            <a:r>
              <a:rPr dirty="0">
                <a:latin typeface="Arial Black" panose="020B0A04020102020204" pitchFamily="34" charset="0"/>
              </a:rPr>
              <a:t> — </a:t>
            </a:r>
            <a:r>
              <a:rPr dirty="0" err="1">
                <a:latin typeface="Arial Black" panose="020B0A04020102020204" pitchFamily="34" charset="0"/>
              </a:rPr>
              <a:t>связь</a:t>
            </a:r>
            <a:r>
              <a:rPr dirty="0">
                <a:latin typeface="Arial Black" panose="020B0A04020102020204" pitchFamily="34" charset="0"/>
              </a:rPr>
              <a:t> с </a:t>
            </a:r>
            <a:r>
              <a:rPr dirty="0" err="1">
                <a:latin typeface="Arial Black" panose="020B0A04020102020204" pitchFamily="34" charset="0"/>
              </a:rPr>
              <a:t>Богом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ru-RU" dirty="0"/>
              <a:t>Если у человека есть всё духовное оружие, но молитвы нет – он проиграет эту битву</a:t>
            </a:r>
            <a:r>
              <a:rPr lang="ru-RU" dirty="0" smtClean="0"/>
              <a:t>.</a:t>
            </a:r>
          </a:p>
          <a:p>
            <a:pPr marL="0" indent="0" algn="ctr">
              <a:lnSpc>
                <a:spcPct val="150000"/>
              </a:lnSpc>
              <a:buNone/>
            </a:pPr>
            <a:endParaRPr lang="ru-RU" dirty="0"/>
          </a:p>
          <a:p>
            <a:pPr marL="0" indent="0" algn="ctr">
              <a:lnSpc>
                <a:spcPct val="150000"/>
              </a:lnSpc>
              <a:buNone/>
            </a:pPr>
            <a:r>
              <a:rPr dirty="0" err="1" smtClean="0"/>
              <a:t>Молитва</a:t>
            </a:r>
            <a:r>
              <a:rPr dirty="0" smtClean="0"/>
              <a:t> </a:t>
            </a:r>
            <a:r>
              <a:rPr dirty="0"/>
              <a:t>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ритуал</a:t>
            </a:r>
            <a:r>
              <a:rPr dirty="0"/>
              <a:t>, а </a:t>
            </a:r>
            <a:r>
              <a:rPr dirty="0" err="1"/>
              <a:t>живые</a:t>
            </a:r>
            <a:r>
              <a:rPr dirty="0"/>
              <a:t> </a:t>
            </a:r>
            <a:r>
              <a:rPr dirty="0" err="1"/>
              <a:t>отношения</a:t>
            </a:r>
            <a:r>
              <a:rPr dirty="0"/>
              <a:t> с </a:t>
            </a:r>
            <a:r>
              <a:rPr dirty="0" err="1"/>
              <a:t>Богом</a:t>
            </a:r>
            <a:r>
              <a:rPr dirty="0" smtClean="0"/>
              <a:t>.</a:t>
            </a:r>
            <a:endParaRPr lang="ru-RU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Вывод: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sz="4400" b="1" dirty="0" err="1" smtClean="0"/>
              <a:t>Самое</a:t>
            </a:r>
            <a:r>
              <a:rPr sz="4400" b="1" dirty="0" smtClean="0"/>
              <a:t> </a:t>
            </a:r>
            <a:r>
              <a:rPr sz="4400" b="1" dirty="0" err="1" smtClean="0"/>
              <a:t>опасное</a:t>
            </a:r>
            <a:r>
              <a:rPr sz="4400" b="1" dirty="0" smtClean="0"/>
              <a:t> </a:t>
            </a:r>
            <a:r>
              <a:rPr sz="4400" b="1" dirty="0" err="1" smtClean="0"/>
              <a:t>для</a:t>
            </a:r>
            <a:r>
              <a:rPr sz="4400" b="1" dirty="0" smtClean="0"/>
              <a:t> </a:t>
            </a:r>
            <a:r>
              <a:rPr sz="4400" b="1" dirty="0" err="1" smtClean="0"/>
              <a:t>врага</a:t>
            </a:r>
            <a:r>
              <a:rPr sz="4400" b="1" dirty="0" smtClean="0"/>
              <a:t> — </a:t>
            </a:r>
            <a:r>
              <a:rPr sz="4400" b="1" dirty="0" err="1" smtClean="0"/>
              <a:t>живое</a:t>
            </a:r>
            <a:r>
              <a:rPr sz="4400" b="1" dirty="0" smtClean="0"/>
              <a:t> </a:t>
            </a:r>
            <a:r>
              <a:rPr sz="4400" b="1" dirty="0" err="1" smtClean="0"/>
              <a:t>сердце</a:t>
            </a:r>
            <a:r>
              <a:rPr sz="4400" b="1" dirty="0" smtClean="0"/>
              <a:t>, </a:t>
            </a:r>
            <a:r>
              <a:rPr sz="4400" b="1" dirty="0" err="1" smtClean="0"/>
              <a:t>которое</a:t>
            </a:r>
            <a:r>
              <a:rPr sz="4400" b="1" dirty="0" smtClean="0"/>
              <a:t> </a:t>
            </a:r>
            <a:r>
              <a:rPr sz="4400" b="1" dirty="0" err="1" smtClean="0"/>
              <a:t>продолжает</a:t>
            </a:r>
            <a:r>
              <a:rPr sz="4400" b="1" dirty="0" smtClean="0"/>
              <a:t> </a:t>
            </a:r>
            <a:r>
              <a:rPr sz="4400" b="1" dirty="0" err="1" smtClean="0"/>
              <a:t>искать</a:t>
            </a:r>
            <a:r>
              <a:rPr sz="4400" b="1" dirty="0" smtClean="0"/>
              <a:t> </a:t>
            </a:r>
            <a:r>
              <a:rPr sz="4400" b="1" dirty="0" err="1" smtClean="0"/>
              <a:t>Бога</a:t>
            </a:r>
            <a:r>
              <a:rPr sz="4400" b="1" dirty="0" smtClean="0"/>
              <a:t>.</a:t>
            </a:r>
            <a:endParaRPr sz="4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547</Words>
  <Application>Microsoft Office PowerPoint</Application>
  <PresentationFormat>Экран (4:3)</PresentationFormat>
  <Paragraphs>84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Arial Black</vt:lpstr>
      <vt:lpstr>Calibri</vt:lpstr>
      <vt:lpstr>Office Theme</vt:lpstr>
      <vt:lpstr>Тайная комната — место, где формируется человек</vt:lpstr>
      <vt:lpstr>Стрела</vt:lpstr>
      <vt:lpstr>Стрела и цель</vt:lpstr>
      <vt:lpstr>Стержень стрелы — сердце</vt:lpstr>
      <vt:lpstr>Бог формирует характер</vt:lpstr>
      <vt:lpstr>Невидимая работа Бога</vt:lpstr>
      <vt:lpstr>Тайная комната</vt:lpstr>
      <vt:lpstr>Начало молитвы</vt:lpstr>
      <vt:lpstr>Почему важна хвала?</vt:lpstr>
      <vt:lpstr>Поклонение</vt:lpstr>
      <vt:lpstr>Пример с чаем</vt:lpstr>
      <vt:lpstr>Как это работает вместе?</vt:lpstr>
      <vt:lpstr>Дерево и плоды:</vt:lpstr>
      <vt:lpstr>Благодарность</vt:lpstr>
      <vt:lpstr>Невидимая борьба</vt:lpstr>
      <vt:lpstr>Где наша сила?</vt:lpstr>
      <vt:lpstr>Духовная броня</vt:lpstr>
      <vt:lpstr>Какая броня?</vt:lpstr>
      <vt:lpstr>Молитва — связь с Богом</vt:lpstr>
      <vt:lpstr>Вывод: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Тайная комната — место, где формируется человек</dc:title>
  <dc:subject/>
  <dc:creator>Admin</dc:creator>
  <cp:keywords/>
  <dc:description>generated using python-pptx</dc:description>
  <cp:lastModifiedBy>Admin</cp:lastModifiedBy>
  <cp:revision>9</cp:revision>
  <dcterms:created xsi:type="dcterms:W3CDTF">2013-01-27T09:14:16Z</dcterms:created>
  <dcterms:modified xsi:type="dcterms:W3CDTF">2026-03-14T12:38:52Z</dcterms:modified>
  <cp:category/>
</cp:coreProperties>
</file>