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048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052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506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963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19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91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95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616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2670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633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0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C4C7302-D5E6-4090-90C2-19C277AB69C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E952041-E024-41F6-AEA6-81ECF907ED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29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61708" y="2091262"/>
            <a:ext cx="5726060" cy="3093385"/>
          </a:xfrm>
        </p:spPr>
        <p:txBody>
          <a:bodyPr/>
          <a:lstStyle/>
          <a:p>
            <a:r>
              <a:rPr lang="ru-RU" sz="4800" dirty="0" smtClean="0">
                <a:latin typeface="Arial Black" panose="020B0A04020102020204" pitchFamily="34" charset="0"/>
              </a:rPr>
              <a:t>Доверять богу, когда не понимаешь</a:t>
            </a:r>
            <a:endParaRPr lang="ru-RU" sz="4800" dirty="0">
              <a:latin typeface="Arial Black" panose="020B0A040201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972" y="1584388"/>
            <a:ext cx="2092452" cy="372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9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b="1" dirty="0" smtClean="0"/>
              <a:t>             Авраам</a:t>
            </a:r>
            <a:endParaRPr lang="ru-RU" sz="6600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2653951"/>
            <a:ext cx="4476177" cy="223808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452872" y="2218723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b="1" dirty="0" smtClean="0"/>
              <a:t> • </a:t>
            </a:r>
            <a:r>
              <a:rPr lang="ru-RU" sz="2800" b="1" dirty="0"/>
              <a:t>Бог не дал ему план</a:t>
            </a:r>
          </a:p>
          <a:p>
            <a:r>
              <a:rPr lang="ru-RU" sz="2800" b="1" dirty="0"/>
              <a:t> • не показал конечную точку</a:t>
            </a:r>
          </a:p>
          <a:p>
            <a:r>
              <a:rPr lang="ru-RU" sz="2800" b="1" dirty="0"/>
              <a:t> • просто сказал: «Иди»</a:t>
            </a:r>
          </a:p>
          <a:p>
            <a:endParaRPr lang="ru-RU" sz="2800" b="1" dirty="0" smtClean="0"/>
          </a:p>
          <a:p>
            <a:r>
              <a:rPr lang="ru-RU" sz="2800" b="1" dirty="0" smtClean="0"/>
              <a:t>💬 </a:t>
            </a:r>
            <a:r>
              <a:rPr lang="ru-RU" sz="2800" b="1" dirty="0"/>
              <a:t>Мысль:</a:t>
            </a:r>
          </a:p>
          <a:p>
            <a:r>
              <a:rPr lang="ru-RU" sz="2800" b="1" dirty="0"/>
              <a:t>Бог обещает не объяснение, а присутствие.</a:t>
            </a:r>
          </a:p>
        </p:txBody>
      </p:sp>
    </p:spTree>
    <p:extLst>
      <p:ext uri="{BB962C8B-B14F-4D97-AF65-F5344CB8AC3E}">
        <p14:creationId xmlns:p14="http://schemas.microsoft.com/office/powerpoint/2010/main" val="255915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/>
              <a:t>Что такое доверие Богу на самом деле?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7197" y="2476786"/>
            <a:ext cx="3068003" cy="306800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55192" y="230791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📖 Притчи </a:t>
            </a:r>
            <a:r>
              <a:rPr lang="ru-RU" b="1" dirty="0" smtClean="0"/>
              <a:t>3:5</a:t>
            </a:r>
            <a:endParaRPr lang="ru-RU" b="1" dirty="0"/>
          </a:p>
          <a:p>
            <a:endParaRPr lang="ru-RU" b="1" dirty="0"/>
          </a:p>
          <a:p>
            <a:r>
              <a:rPr lang="ru-RU" b="1" dirty="0"/>
              <a:t> • Бог не запрещает думать</a:t>
            </a:r>
          </a:p>
          <a:p>
            <a:r>
              <a:rPr lang="ru-RU" b="1" dirty="0"/>
              <a:t> • Бог говорит: не делай разум единственной опорой</a:t>
            </a:r>
          </a:p>
          <a:p>
            <a:endParaRPr lang="ru-RU" b="1" dirty="0"/>
          </a:p>
          <a:p>
            <a:r>
              <a:rPr lang="ru-RU" b="1" dirty="0" smtClean="0"/>
              <a:t>💬 Мысль:</a:t>
            </a:r>
          </a:p>
          <a:p>
            <a:r>
              <a:rPr lang="ru-RU" b="1" dirty="0" smtClean="0"/>
              <a:t>Доверие </a:t>
            </a:r>
            <a:r>
              <a:rPr lang="ru-RU" b="1" dirty="0"/>
              <a:t>Богу — это опираться на Него, даже когда ты не понимаешь, что происходит.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63573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Что </a:t>
            </a:r>
            <a:r>
              <a:rPr lang="ru-RU" sz="3600" b="1" dirty="0"/>
              <a:t>делать, когда трудно доверять Богу?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906" y="2583656"/>
            <a:ext cx="3877186" cy="217122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132832" y="2238107"/>
            <a:ext cx="63428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 </a:t>
            </a:r>
            <a:r>
              <a:rPr lang="ru-RU" sz="2400" b="1" dirty="0" smtClean="0"/>
              <a:t>🔹 </a:t>
            </a:r>
            <a:r>
              <a:rPr lang="ru-RU" sz="2400" b="1" dirty="0"/>
              <a:t>Скажи Богу правду, а не «правильную молитву» </a:t>
            </a:r>
          </a:p>
          <a:p>
            <a:r>
              <a:rPr lang="ru-RU" sz="2400" b="1" dirty="0"/>
              <a:t> </a:t>
            </a:r>
            <a:r>
              <a:rPr lang="ru-RU" sz="2400" b="1" dirty="0" smtClean="0"/>
              <a:t>🔹 </a:t>
            </a:r>
            <a:r>
              <a:rPr lang="ru-RU" sz="2400" b="1" dirty="0"/>
              <a:t>Не убегай, даже если обижен </a:t>
            </a:r>
          </a:p>
          <a:p>
            <a:r>
              <a:rPr lang="ru-RU" sz="2400" b="1" dirty="0"/>
              <a:t> </a:t>
            </a:r>
            <a:r>
              <a:rPr lang="ru-RU" sz="2400" b="1" dirty="0" smtClean="0"/>
              <a:t>🔹 </a:t>
            </a:r>
            <a:r>
              <a:rPr lang="ru-RU" sz="2400" b="1" dirty="0"/>
              <a:t>Сделай маленький шаг, а не «поверь сразу во всё</a:t>
            </a:r>
            <a:r>
              <a:rPr lang="ru-RU" sz="2400" b="1" dirty="0" smtClean="0"/>
              <a:t>»</a:t>
            </a:r>
          </a:p>
          <a:p>
            <a:r>
              <a:rPr lang="ru-RU" sz="2400" b="1" dirty="0" smtClean="0"/>
              <a:t> </a:t>
            </a:r>
          </a:p>
          <a:p>
            <a:r>
              <a:rPr lang="ru-RU" sz="2400" b="1" dirty="0" smtClean="0"/>
              <a:t>💬 Мысль:</a:t>
            </a:r>
          </a:p>
          <a:p>
            <a:r>
              <a:rPr lang="ru-RU" sz="2400" b="1" dirty="0" smtClean="0"/>
              <a:t>Можно </a:t>
            </a:r>
            <a:r>
              <a:rPr lang="ru-RU" sz="2400" b="1" dirty="0"/>
              <a:t>не понимать Бога — и всё равно Ему </a:t>
            </a:r>
            <a:r>
              <a:rPr lang="ru-RU" sz="2400" b="1" dirty="0" smtClean="0"/>
              <a:t>доверять</a:t>
            </a:r>
            <a:r>
              <a:rPr lang="ru-RU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110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 научиться доверять Богу?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5130" y="2681192"/>
            <a:ext cx="3383661" cy="227224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65632" y="1852410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 smtClean="0"/>
              <a:t>1</a:t>
            </a:r>
            <a:r>
              <a:rPr lang="ru-RU" sz="2000" b="1" dirty="0"/>
              <a:t>. Вспоминать </a:t>
            </a:r>
            <a:r>
              <a:rPr lang="ru-RU" sz="2000" b="1" dirty="0" smtClean="0"/>
              <a:t>прошлое</a:t>
            </a:r>
            <a:endParaRPr lang="ru-RU" sz="2000" b="1" dirty="0"/>
          </a:p>
          <a:p>
            <a:r>
              <a:rPr lang="ru-RU" sz="2000" b="1" dirty="0"/>
              <a:t>📖 Псалом </a:t>
            </a:r>
            <a:r>
              <a:rPr lang="ru-RU" sz="2000" b="1" dirty="0" smtClean="0"/>
              <a:t>76:12</a:t>
            </a:r>
            <a:endParaRPr lang="ru-RU" sz="2000" b="1" dirty="0"/>
          </a:p>
          <a:p>
            <a:r>
              <a:rPr lang="ru-RU" sz="2000" b="1" dirty="0"/>
              <a:t>👉 Доверие растёт от памяти, не от эмоций.</a:t>
            </a:r>
          </a:p>
          <a:p>
            <a:endParaRPr lang="ru-RU" sz="2000" b="1" dirty="0" smtClean="0"/>
          </a:p>
          <a:p>
            <a:r>
              <a:rPr lang="ru-RU" sz="2000" b="1" dirty="0" smtClean="0"/>
              <a:t>2</a:t>
            </a:r>
            <a:r>
              <a:rPr lang="ru-RU" sz="2000" b="1" dirty="0"/>
              <a:t>. Делать маленькие </a:t>
            </a:r>
            <a:r>
              <a:rPr lang="ru-RU" sz="2000" b="1" dirty="0" smtClean="0"/>
              <a:t>шаги</a:t>
            </a:r>
            <a:endParaRPr lang="ru-RU" sz="2000" b="1" dirty="0"/>
          </a:p>
          <a:p>
            <a:r>
              <a:rPr lang="ru-RU" sz="2000" b="1" dirty="0"/>
              <a:t>💬 Большое доверие = много маленьких «да» Богу.</a:t>
            </a:r>
          </a:p>
          <a:p>
            <a:endParaRPr lang="ru-RU" sz="2000" b="1" dirty="0" smtClean="0"/>
          </a:p>
          <a:p>
            <a:r>
              <a:rPr lang="ru-RU" sz="2000" b="1" dirty="0" smtClean="0"/>
              <a:t>3</a:t>
            </a:r>
            <a:r>
              <a:rPr lang="ru-RU" sz="2000" b="1" dirty="0"/>
              <a:t>. Перестать </a:t>
            </a:r>
            <a:r>
              <a:rPr lang="ru-RU" sz="2000" b="1" dirty="0" smtClean="0"/>
              <a:t>притворяться</a:t>
            </a:r>
            <a:endParaRPr lang="ru-RU" sz="2000" b="1" dirty="0"/>
          </a:p>
          <a:p>
            <a:r>
              <a:rPr lang="ru-RU" sz="2000" b="1" dirty="0"/>
              <a:t>👉 Настоящее доверие всегда честное.</a:t>
            </a:r>
          </a:p>
          <a:p>
            <a:endParaRPr lang="ru-RU" sz="2000" b="1" dirty="0" smtClean="0"/>
          </a:p>
          <a:p>
            <a:r>
              <a:rPr lang="ru-RU" sz="2000" b="1" dirty="0" smtClean="0"/>
              <a:t>4</a:t>
            </a:r>
            <a:r>
              <a:rPr lang="ru-RU" sz="2000" b="1" dirty="0"/>
              <a:t>. Быть не </a:t>
            </a:r>
            <a:r>
              <a:rPr lang="ru-RU" sz="2000" b="1" dirty="0" smtClean="0"/>
              <a:t>одному</a:t>
            </a:r>
            <a:endParaRPr lang="ru-RU" sz="2000" b="1" dirty="0"/>
          </a:p>
          <a:p>
            <a:r>
              <a:rPr lang="ru-RU" sz="2000" b="1" dirty="0"/>
              <a:t>💬Доверие Богу часто начинается через доверие людям.</a:t>
            </a:r>
          </a:p>
        </p:txBody>
      </p:sp>
    </p:spTree>
    <p:extLst>
      <p:ext uri="{BB962C8B-B14F-4D97-AF65-F5344CB8AC3E}">
        <p14:creationId xmlns:p14="http://schemas.microsoft.com/office/powerpoint/2010/main" val="85978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Как понять, что ты реально доверил всё Богу?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2673572"/>
            <a:ext cx="4164378" cy="277625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349240" y="2139696"/>
            <a:ext cx="61722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🔹 Ты молишься, а не только переживаешь</a:t>
            </a:r>
          </a:p>
          <a:p>
            <a:r>
              <a:rPr lang="ru-RU" sz="2000" b="1" dirty="0"/>
              <a:t>🔹 Ты не контролируешь всё, даже когда можешь</a:t>
            </a:r>
          </a:p>
          <a:p>
            <a:r>
              <a:rPr lang="ru-RU" sz="2000" b="1" dirty="0"/>
              <a:t>🔹 Ты делаешь правильное, даже если страшно</a:t>
            </a:r>
          </a:p>
          <a:p>
            <a:r>
              <a:rPr lang="ru-RU" sz="2000" b="1" dirty="0"/>
              <a:t>🔹 Ты не убегаешь от Бога, когда больно</a:t>
            </a:r>
          </a:p>
          <a:p>
            <a:r>
              <a:rPr lang="ru-RU" sz="2000" b="1" dirty="0"/>
              <a:t>🔹 Ты отдаёшь Богу результат, а не только просьбу</a:t>
            </a:r>
          </a:p>
          <a:p>
            <a:endParaRPr lang="ru-RU" sz="2000" b="1" dirty="0" smtClean="0"/>
          </a:p>
          <a:p>
            <a:r>
              <a:rPr lang="ru-RU" sz="2000" b="1" dirty="0" smtClean="0"/>
              <a:t>💬 Мысль:</a:t>
            </a:r>
          </a:p>
          <a:p>
            <a:r>
              <a:rPr lang="ru-RU" sz="2000" b="1" dirty="0" smtClean="0"/>
              <a:t>«Если </a:t>
            </a:r>
            <a:r>
              <a:rPr lang="ru-RU" sz="2000" b="1" dirty="0"/>
              <a:t>ты продолжаешь идти с Богом, даже без ответов —</a:t>
            </a:r>
          </a:p>
          <a:p>
            <a:r>
              <a:rPr lang="ru-RU" sz="2000" b="1" dirty="0"/>
              <a:t>ты уже Ему доверяешь.»</a:t>
            </a:r>
          </a:p>
        </p:txBody>
      </p:sp>
    </p:spTree>
    <p:extLst>
      <p:ext uri="{BB962C8B-B14F-4D97-AF65-F5344CB8AC3E}">
        <p14:creationId xmlns:p14="http://schemas.microsoft.com/office/powerpoint/2010/main" val="81902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ru-RU" b="1" dirty="0" smtClean="0"/>
              <a:t>                     Вывод: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3629" y="2353531"/>
            <a:ext cx="2793683" cy="278126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93648" y="2014194"/>
            <a:ext cx="6096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 smtClean="0"/>
              <a:t>Бог </a:t>
            </a:r>
            <a:r>
              <a:rPr lang="ru-RU" sz="2000" b="1" dirty="0"/>
              <a:t>не ждёт от тебя идеальной веры.</a:t>
            </a:r>
          </a:p>
          <a:p>
            <a:r>
              <a:rPr lang="ru-RU" sz="2000" b="1" dirty="0"/>
              <a:t>Он ждёт, что ты не уйдёшь</a:t>
            </a:r>
            <a:r>
              <a:rPr lang="ru-RU" sz="2000" b="1" dirty="0" smtClean="0"/>
              <a:t>.</a:t>
            </a:r>
          </a:p>
          <a:p>
            <a:endParaRPr lang="ru-RU" sz="2000" b="1" dirty="0"/>
          </a:p>
          <a:p>
            <a:r>
              <a:rPr lang="ru-RU" sz="2000" b="1" dirty="0" smtClean="0"/>
              <a:t>Доверие </a:t>
            </a:r>
            <a:r>
              <a:rPr lang="ru-RU" sz="2000" b="1" dirty="0"/>
              <a:t>Богу — это не вера в то, что будет легко.</a:t>
            </a:r>
          </a:p>
          <a:p>
            <a:r>
              <a:rPr lang="ru-RU" sz="2000" b="1" dirty="0"/>
              <a:t>Это вера в то, что ты не один, даже когда сложно</a:t>
            </a:r>
            <a:r>
              <a:rPr lang="ru-RU" sz="2000" b="1" dirty="0" smtClean="0"/>
              <a:t>.</a:t>
            </a:r>
          </a:p>
          <a:p>
            <a:endParaRPr lang="ru-RU" sz="2000" b="1" dirty="0"/>
          </a:p>
          <a:p>
            <a:r>
              <a:rPr lang="ru-RU" sz="2000" b="1" dirty="0"/>
              <a:t>Большое доверие = много маленьких «да» Богу</a:t>
            </a:r>
            <a:r>
              <a:rPr lang="ru-RU" sz="2000" b="1" dirty="0" smtClean="0"/>
              <a:t>.</a:t>
            </a:r>
          </a:p>
          <a:p>
            <a:endParaRPr lang="ru-RU" sz="2000" b="1" dirty="0"/>
          </a:p>
          <a:p>
            <a:r>
              <a:rPr lang="ru-RU" sz="2000" b="1" dirty="0"/>
              <a:t>доверие Богу — это не «не думать», а делать шаг, даже когда страшно и непонятно.</a:t>
            </a:r>
          </a:p>
        </p:txBody>
      </p:sp>
    </p:spTree>
    <p:extLst>
      <p:ext uri="{BB962C8B-B14F-4D97-AF65-F5344CB8AC3E}">
        <p14:creationId xmlns:p14="http://schemas.microsoft.com/office/powerpoint/2010/main" val="68481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Выноска-облако 5"/>
          <p:cNvSpPr/>
          <p:nvPr/>
        </p:nvSpPr>
        <p:spPr>
          <a:xfrm>
            <a:off x="2020824" y="1170432"/>
            <a:ext cx="7836408" cy="4169664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📖 Притчи 3:5</a:t>
            </a:r>
          </a:p>
          <a:p>
            <a:pPr algn="ctr"/>
            <a:r>
              <a:rPr lang="ru-RU" sz="2400" b="1" dirty="0"/>
              <a:t>«Надейся на Господа всем сердцем твоим</a:t>
            </a:r>
          </a:p>
          <a:p>
            <a:pPr algn="ctr"/>
            <a:r>
              <a:rPr lang="ru-RU" sz="2400" b="1" dirty="0"/>
              <a:t>и не полагайся на разум твой»</a:t>
            </a:r>
          </a:p>
        </p:txBody>
      </p:sp>
    </p:spTree>
    <p:extLst>
      <p:ext uri="{BB962C8B-B14F-4D97-AF65-F5344CB8AC3E}">
        <p14:creationId xmlns:p14="http://schemas.microsoft.com/office/powerpoint/2010/main" val="226668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TM03457510[[fn=Савон]]</Template>
  <TotalTime>103</TotalTime>
  <Words>372</Words>
  <Application>Microsoft Office PowerPoint</Application>
  <PresentationFormat>Широкоэкранный</PresentationFormat>
  <Paragraphs>59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 Black</vt:lpstr>
      <vt:lpstr>Century Gothic</vt:lpstr>
      <vt:lpstr>Garamond</vt:lpstr>
      <vt:lpstr>Savon</vt:lpstr>
      <vt:lpstr>Доверять богу, когда не понимаешь</vt:lpstr>
      <vt:lpstr>             Авраам</vt:lpstr>
      <vt:lpstr>Что такое доверие Богу на самом деле?</vt:lpstr>
      <vt:lpstr>Что делать, когда трудно доверять Богу?</vt:lpstr>
      <vt:lpstr>Как научиться доверять Богу?</vt:lpstr>
      <vt:lpstr>Как понять, что ты реально доверил всё Богу?</vt:lpstr>
      <vt:lpstr>                     Вывод: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Доверять богу, когда не понимаешь</dc:title>
  <dc:creator>Lenovo</dc:creator>
  <cp:lastModifiedBy>Lenovo</cp:lastModifiedBy>
  <cp:revision>12</cp:revision>
  <dcterms:created xsi:type="dcterms:W3CDTF">2026-02-06T12:31:56Z</dcterms:created>
  <dcterms:modified xsi:type="dcterms:W3CDTF">2026-02-06T17:04:15Z</dcterms:modified>
</cp:coreProperties>
</file>