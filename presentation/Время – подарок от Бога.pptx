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время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</c:dPt>
          <c:dPt>
            <c:idx val="1"/>
            <c:bubble3D val="0"/>
            <c:spPr>
              <a:solidFill>
                <a:schemeClr val="accent2">
                  <a:lumMod val="75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</c:dPt>
          <c:dPt>
            <c:idx val="2"/>
            <c:bubble3D val="0"/>
            <c:spPr>
              <a:solidFill>
                <a:srgbClr val="FF0000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</c:dPt>
          <c:dPt>
            <c:idx val="3"/>
            <c:bubble3D val="0"/>
            <c:spPr>
              <a:solidFill>
                <a:srgbClr val="FFC000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Лист1!$A$2:$A$5</c:f>
              <c:strCache>
                <c:ptCount val="4"/>
                <c:pt idx="0">
                  <c:v>соцсети/игры</c:v>
                </c:pt>
                <c:pt idx="1">
                  <c:v>учеба</c:v>
                </c:pt>
                <c:pt idx="2">
                  <c:v>время с семьей</c:v>
                </c:pt>
                <c:pt idx="3">
                  <c:v>Бог/служение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25</c:v>
                </c:pt>
                <c:pt idx="1">
                  <c:v>15</c:v>
                </c:pt>
                <c:pt idx="2">
                  <c:v>20</c:v>
                </c:pt>
                <c:pt idx="3">
                  <c:v>40</c:v>
                </c:pt>
              </c:numCache>
            </c:numRef>
          </c:val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1B5F5-33F7-4AB2-A5A5-80C74D0283A2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4E5F171D-8BC8-413C-AB7D-AA0334C4D4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944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1B5F5-33F7-4AB2-A5A5-80C74D0283A2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F171D-8BC8-413C-AB7D-AA0334C4D4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7087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1B5F5-33F7-4AB2-A5A5-80C74D0283A2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E5F171D-8BC8-413C-AB7D-AA0334C4D4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334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1B5F5-33F7-4AB2-A5A5-80C74D0283A2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E5F171D-8BC8-413C-AB7D-AA0334C4D4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2671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1B5F5-33F7-4AB2-A5A5-80C74D0283A2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E5F171D-8BC8-413C-AB7D-AA0334C4D4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5166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1B5F5-33F7-4AB2-A5A5-80C74D0283A2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F171D-8BC8-413C-AB7D-AA0334C4D4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8854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1B5F5-33F7-4AB2-A5A5-80C74D0283A2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F171D-8BC8-413C-AB7D-AA0334C4D4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9951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1B5F5-33F7-4AB2-A5A5-80C74D0283A2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F171D-8BC8-413C-AB7D-AA0334C4D4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640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1B5F5-33F7-4AB2-A5A5-80C74D0283A2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E5F171D-8BC8-413C-AB7D-AA0334C4D4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9651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1B5F5-33F7-4AB2-A5A5-80C74D0283A2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E5F171D-8BC8-413C-AB7D-AA0334C4D4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0039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1B5F5-33F7-4AB2-A5A5-80C74D0283A2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E5F171D-8BC8-413C-AB7D-AA0334C4D42F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95388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1B5F5-33F7-4AB2-A5A5-80C74D0283A2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E5F171D-8BC8-413C-AB7D-AA0334C4D4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89603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1B5F5-33F7-4AB2-A5A5-80C74D0283A2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E5F171D-8BC8-413C-AB7D-AA0334C4D42F}" type="slidenum">
              <a:rPr lang="ru-RU" smtClean="0"/>
              <a:t>‹#›</a:t>
            </a:fld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141688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1B5F5-33F7-4AB2-A5A5-80C74D0283A2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E5F171D-8BC8-413C-AB7D-AA0334C4D4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44140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1B5F5-33F7-4AB2-A5A5-80C74D0283A2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F171D-8BC8-413C-AB7D-AA0334C4D4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839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1B5F5-33F7-4AB2-A5A5-80C74D0283A2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F171D-8BC8-413C-AB7D-AA0334C4D4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5186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F1B5F5-33F7-4AB2-A5A5-80C74D0283A2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4E5F171D-8BC8-413C-AB7D-AA0334C4D4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0667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258568" y="2129536"/>
            <a:ext cx="5652452" cy="2295144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Время – подарок от Бога</a:t>
            </a:r>
            <a:endParaRPr lang="ru-RU" b="1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8363475" y="1736199"/>
            <a:ext cx="3171028" cy="4079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273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81445" y="459518"/>
            <a:ext cx="8911687" cy="1280890"/>
          </a:xfrm>
        </p:spPr>
        <p:txBody>
          <a:bodyPr>
            <a:normAutofit/>
          </a:bodyPr>
          <a:lstStyle/>
          <a:p>
            <a:r>
              <a:rPr lang="ru-RU" sz="4400" b="1" dirty="0" smtClean="0"/>
              <a:t>Почему время важно?</a:t>
            </a:r>
            <a:endParaRPr lang="ru-RU" sz="44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74304" y="1603248"/>
            <a:ext cx="6496211" cy="3297936"/>
          </a:xfrm>
        </p:spPr>
        <p:txBody>
          <a:bodyPr/>
          <a:lstStyle/>
          <a:p>
            <a:r>
              <a:rPr lang="ru-RU" sz="3200" b="1" dirty="0" smtClean="0"/>
              <a:t>  </a:t>
            </a:r>
            <a:r>
              <a:rPr lang="ru-RU" sz="2800" b="1" dirty="0"/>
              <a:t>День = 24 часа у каждого.</a:t>
            </a:r>
          </a:p>
          <a:p>
            <a:r>
              <a:rPr lang="ru-RU" sz="2800" b="1" dirty="0"/>
              <a:t>  </a:t>
            </a:r>
            <a:r>
              <a:rPr lang="ru-RU" sz="2800" b="1" dirty="0" smtClean="0"/>
              <a:t>Мы </a:t>
            </a:r>
            <a:r>
              <a:rPr lang="ru-RU" sz="2800" b="1" dirty="0"/>
              <a:t>не можем накопить время.</a:t>
            </a:r>
          </a:p>
          <a:p>
            <a:r>
              <a:rPr lang="ru-RU" sz="2800" b="1" dirty="0"/>
              <a:t> </a:t>
            </a:r>
            <a:r>
              <a:rPr lang="ru-RU" sz="2800" b="1" dirty="0" smtClean="0"/>
              <a:t> </a:t>
            </a:r>
            <a:r>
              <a:rPr lang="ru-RU" sz="2800" b="1" dirty="0"/>
              <a:t>Потраченное время невозможно вернуть.</a:t>
            </a:r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3373" y="1603248"/>
            <a:ext cx="3379280" cy="2248757"/>
          </a:xfrm>
          <a:prstGeom prst="rect">
            <a:avLst/>
          </a:prstGeom>
        </p:spPr>
      </p:pic>
      <p:sp>
        <p:nvSpPr>
          <p:cNvPr id="6" name="Скругленный прямоугольник 5"/>
          <p:cNvSpPr/>
          <p:nvPr/>
        </p:nvSpPr>
        <p:spPr>
          <a:xfrm>
            <a:off x="2181444" y="4208622"/>
            <a:ext cx="7205472" cy="2307398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/>
              <a:t>💭мысль: </a:t>
            </a:r>
          </a:p>
          <a:p>
            <a:pPr algn="ctr"/>
            <a:r>
              <a:rPr lang="ru-RU" sz="2800" b="1" dirty="0"/>
              <a:t>День потраченный впустую сегодня, это завтра которого так сильно желал тот, кто умер вчера.</a:t>
            </a:r>
          </a:p>
        </p:txBody>
      </p:sp>
    </p:spTree>
    <p:extLst>
      <p:ext uri="{BB962C8B-B14F-4D97-AF65-F5344CB8AC3E}">
        <p14:creationId xmlns:p14="http://schemas.microsoft.com/office/powerpoint/2010/main" val="1428840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📖 </a:t>
            </a:r>
            <a:r>
              <a:rPr lang="ru-RU" b="1" dirty="0" smtClean="0"/>
              <a:t>Что </a:t>
            </a:r>
            <a:r>
              <a:rPr lang="ru-RU" b="1" dirty="0"/>
              <a:t>Библия говорит о </a:t>
            </a:r>
            <a:r>
              <a:rPr lang="ru-RU" b="1" dirty="0" smtClean="0"/>
              <a:t>времени?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167128" y="1636776"/>
            <a:ext cx="6711696" cy="4709160"/>
          </a:xfrm>
        </p:spPr>
        <p:txBody>
          <a:bodyPr>
            <a:normAutofit/>
          </a:bodyPr>
          <a:lstStyle/>
          <a:p>
            <a:r>
              <a:rPr lang="ru-RU" b="1" dirty="0" smtClean="0"/>
              <a:t> </a:t>
            </a:r>
            <a:r>
              <a:rPr lang="ru-RU" sz="2000" b="1" dirty="0"/>
              <a:t>Время — ценный </a:t>
            </a:r>
            <a:r>
              <a:rPr lang="ru-RU" sz="2000" b="1" dirty="0" smtClean="0"/>
              <a:t>ресурс  ( 📖 </a:t>
            </a:r>
            <a:r>
              <a:rPr lang="ru-RU" sz="2000" b="1" dirty="0" err="1" smtClean="0"/>
              <a:t>Ефесянам</a:t>
            </a:r>
            <a:r>
              <a:rPr lang="ru-RU" sz="2000" b="1" dirty="0" smtClean="0"/>
              <a:t> 5:15–16 )</a:t>
            </a:r>
            <a:endParaRPr lang="ru-RU" sz="2000" b="1" dirty="0"/>
          </a:p>
          <a:p>
            <a:pPr marL="0" indent="0">
              <a:buNone/>
            </a:pPr>
            <a:r>
              <a:rPr lang="ru-RU" sz="2000" b="1" dirty="0" smtClean="0"/>
              <a:t>👉 </a:t>
            </a:r>
            <a:r>
              <a:rPr lang="ru-RU" sz="2000" b="1" dirty="0"/>
              <a:t>Бог призывает использовать время мудро</a:t>
            </a:r>
            <a:r>
              <a:rPr lang="ru-RU" sz="2000" b="1" dirty="0" smtClean="0"/>
              <a:t>.</a:t>
            </a:r>
            <a:endParaRPr lang="ru-RU" sz="2000" b="1" dirty="0"/>
          </a:p>
          <a:p>
            <a:endParaRPr lang="ru-RU" sz="2000" b="1" dirty="0" smtClean="0"/>
          </a:p>
          <a:p>
            <a:r>
              <a:rPr lang="ru-RU" sz="2000" b="1" dirty="0" smtClean="0"/>
              <a:t>У </a:t>
            </a:r>
            <a:r>
              <a:rPr lang="ru-RU" sz="2000" b="1" dirty="0"/>
              <a:t>всего есть своё </a:t>
            </a:r>
            <a:r>
              <a:rPr lang="ru-RU" sz="2000" b="1" dirty="0" smtClean="0"/>
              <a:t>время  ( 📖 Екклесиаста 3:1 )</a:t>
            </a:r>
          </a:p>
          <a:p>
            <a:pPr marL="0" indent="0">
              <a:buNone/>
            </a:pPr>
            <a:r>
              <a:rPr lang="ru-RU" sz="2000" b="1" dirty="0" smtClean="0"/>
              <a:t>👉 </a:t>
            </a:r>
            <a:r>
              <a:rPr lang="ru-RU" sz="2000" b="1" dirty="0"/>
              <a:t>Есть время отдыхать, учиться, служить, молиться</a:t>
            </a:r>
            <a:r>
              <a:rPr lang="ru-RU" sz="2000" b="1" dirty="0" smtClean="0"/>
              <a:t>.</a:t>
            </a:r>
            <a:endParaRPr lang="ru-RU" sz="2000" b="1" dirty="0"/>
          </a:p>
          <a:p>
            <a:endParaRPr lang="ru-RU" sz="2000" b="1" dirty="0" smtClean="0"/>
          </a:p>
          <a:p>
            <a:r>
              <a:rPr lang="ru-RU" sz="2000" b="1" dirty="0" smtClean="0"/>
              <a:t>Научись </a:t>
            </a:r>
            <a:r>
              <a:rPr lang="ru-RU" sz="2000" b="1" dirty="0"/>
              <a:t>правильно считать </a:t>
            </a:r>
            <a:r>
              <a:rPr lang="ru-RU" sz="2000" b="1" dirty="0" smtClean="0"/>
              <a:t>дни ( 📖 </a:t>
            </a:r>
            <a:r>
              <a:rPr lang="ru-RU" sz="2000" b="1" dirty="0"/>
              <a:t>Псалтирь </a:t>
            </a:r>
            <a:r>
              <a:rPr lang="ru-RU" sz="2000" b="1" dirty="0" smtClean="0"/>
              <a:t>89:12 )</a:t>
            </a:r>
            <a:endParaRPr lang="ru-RU" sz="2000" b="1" dirty="0"/>
          </a:p>
          <a:p>
            <a:pPr marL="0" indent="0">
              <a:buNone/>
            </a:pPr>
            <a:r>
              <a:rPr lang="ru-RU" sz="2000" b="1" dirty="0" smtClean="0"/>
              <a:t> 👉 </a:t>
            </a:r>
            <a:r>
              <a:rPr lang="ru-RU" sz="2000" b="1" dirty="0"/>
              <a:t>Мудрость приходит, когда понимаем ценность каждого дня.</a:t>
            </a:r>
          </a:p>
          <a:p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8783" y="2402395"/>
            <a:ext cx="3318277" cy="2160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931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39649" y="434355"/>
            <a:ext cx="8911687" cy="1280890"/>
          </a:xfrm>
        </p:spPr>
        <p:txBody>
          <a:bodyPr/>
          <a:lstStyle/>
          <a:p>
            <a:r>
              <a:rPr lang="ru-RU" b="1" dirty="0" smtClean="0"/>
              <a:t>? Сколько </a:t>
            </a:r>
            <a:r>
              <a:rPr lang="ru-RU" b="1" dirty="0"/>
              <a:t>времени уходит на: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643116" y="2148840"/>
            <a:ext cx="5222684" cy="3826390"/>
          </a:xfrm>
        </p:spPr>
        <p:txBody>
          <a:bodyPr/>
          <a:lstStyle/>
          <a:p>
            <a:pPr marL="0" indent="0" algn="r">
              <a:buNone/>
            </a:pPr>
            <a:r>
              <a:rPr lang="ru-RU" dirty="0" smtClean="0"/>
              <a:t> </a:t>
            </a:r>
            <a:r>
              <a:rPr lang="ru-RU" sz="3200" b="1" dirty="0" smtClean="0"/>
              <a:t>соцсети </a:t>
            </a:r>
            <a:r>
              <a:rPr lang="ru-RU" sz="3200" b="1" dirty="0"/>
              <a:t>/ игры📱</a:t>
            </a:r>
          </a:p>
          <a:p>
            <a:pPr marL="0" indent="0" algn="r">
              <a:buNone/>
            </a:pPr>
            <a:r>
              <a:rPr lang="ru-RU" sz="3200" b="1" dirty="0"/>
              <a:t> </a:t>
            </a:r>
            <a:r>
              <a:rPr lang="ru-RU" sz="3200" b="1" dirty="0" smtClean="0"/>
              <a:t>учёбу </a:t>
            </a:r>
            <a:r>
              <a:rPr lang="ru-RU" sz="3200" b="1" dirty="0"/>
              <a:t>📚</a:t>
            </a:r>
          </a:p>
          <a:p>
            <a:pPr marL="0" indent="0" algn="r">
              <a:buNone/>
            </a:pPr>
            <a:r>
              <a:rPr lang="ru-RU" sz="3200" b="1" dirty="0"/>
              <a:t> </a:t>
            </a:r>
            <a:r>
              <a:rPr lang="ru-RU" sz="3200" b="1" dirty="0" smtClean="0"/>
              <a:t>общение </a:t>
            </a:r>
            <a:r>
              <a:rPr lang="ru-RU" sz="3200" b="1" dirty="0"/>
              <a:t>с семьёй ❤️</a:t>
            </a:r>
          </a:p>
          <a:p>
            <a:pPr marL="0" indent="0" algn="r">
              <a:buNone/>
            </a:pPr>
            <a:r>
              <a:rPr lang="ru-RU" sz="3200" b="1" dirty="0"/>
              <a:t> </a:t>
            </a:r>
            <a:r>
              <a:rPr lang="ru-RU" sz="3200" b="1" dirty="0" smtClean="0"/>
              <a:t>Бога </a:t>
            </a:r>
            <a:r>
              <a:rPr lang="ru-RU" sz="3200" b="1" dirty="0"/>
              <a:t>🙏</a:t>
            </a:r>
          </a:p>
        </p:txBody>
      </p:sp>
      <p:graphicFrame>
        <p:nvGraphicFramePr>
          <p:cNvPr id="11" name="Диаграмма 10"/>
          <p:cNvGraphicFramePr/>
          <p:nvPr>
            <p:extLst>
              <p:ext uri="{D42A27DB-BD31-4B8C-83A1-F6EECF244321}">
                <p14:modId xmlns:p14="http://schemas.microsoft.com/office/powerpoint/2010/main" val="2015103996"/>
              </p:ext>
            </p:extLst>
          </p:nvPr>
        </p:nvGraphicFramePr>
        <p:xfrm>
          <a:off x="2004568" y="1281649"/>
          <a:ext cx="5621528" cy="48764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842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72885" y="468662"/>
            <a:ext cx="8911687" cy="1280890"/>
          </a:xfrm>
        </p:spPr>
        <p:txBody>
          <a:bodyPr>
            <a:normAutofit fontScale="90000"/>
          </a:bodyPr>
          <a:lstStyle/>
          <a:p>
            <a:r>
              <a:rPr lang="ru-RU" sz="4400" b="1" dirty="0"/>
              <a:t>⚖️ </a:t>
            </a:r>
            <a:r>
              <a:rPr lang="ru-RU" sz="4400" b="1" dirty="0" smtClean="0"/>
              <a:t>Библейские </a:t>
            </a:r>
            <a:r>
              <a:rPr lang="ru-RU" sz="4400" b="1" dirty="0"/>
              <a:t>принципы управления временем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705856" y="2020824"/>
            <a:ext cx="6245352" cy="45079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✔️ </a:t>
            </a:r>
            <a:r>
              <a:rPr lang="ru-RU" b="1" dirty="0" smtClean="0"/>
              <a:t>Бог </a:t>
            </a:r>
            <a:r>
              <a:rPr lang="ru-RU" b="1" dirty="0"/>
              <a:t>— первый </a:t>
            </a:r>
            <a:r>
              <a:rPr lang="ru-RU" b="1" dirty="0" smtClean="0"/>
              <a:t>приоритет   ( 📖 </a:t>
            </a:r>
            <a:r>
              <a:rPr lang="ru-RU" b="1" dirty="0"/>
              <a:t>Матфея </a:t>
            </a:r>
            <a:r>
              <a:rPr lang="ru-RU" b="1" dirty="0" smtClean="0"/>
              <a:t>6:33)</a:t>
            </a:r>
            <a:endParaRPr lang="ru-RU" b="1" dirty="0"/>
          </a:p>
          <a:p>
            <a:pPr marL="0" indent="0">
              <a:buNone/>
            </a:pPr>
            <a:r>
              <a:rPr lang="ru-RU" b="1" dirty="0"/>
              <a:t>👉 Когда Бог на первом месте — остальное становится на свои места.</a:t>
            </a:r>
          </a:p>
          <a:p>
            <a:endParaRPr lang="ru-RU" b="1" dirty="0"/>
          </a:p>
          <a:p>
            <a:pPr marL="0" indent="0">
              <a:buNone/>
            </a:pPr>
            <a:r>
              <a:rPr lang="ru-RU" b="1" dirty="0" smtClean="0"/>
              <a:t>✔️ </a:t>
            </a:r>
            <a:r>
              <a:rPr lang="ru-RU" b="1" dirty="0"/>
              <a:t>Избегай </a:t>
            </a:r>
            <a:r>
              <a:rPr lang="ru-RU" b="1" dirty="0" smtClean="0"/>
              <a:t>лености  ( 📖 </a:t>
            </a:r>
            <a:r>
              <a:rPr lang="ru-RU" b="1" dirty="0"/>
              <a:t>Притчи Соломона </a:t>
            </a:r>
            <a:r>
              <a:rPr lang="ru-RU" b="1" dirty="0" smtClean="0"/>
              <a:t>6:6)</a:t>
            </a:r>
          </a:p>
          <a:p>
            <a:pPr marL="0" indent="0">
              <a:buNone/>
            </a:pPr>
            <a:r>
              <a:rPr lang="ru-RU" b="1" dirty="0" smtClean="0"/>
              <a:t>👉 </a:t>
            </a:r>
            <a:r>
              <a:rPr lang="ru-RU" b="1" dirty="0"/>
              <a:t>Муравей учит трудолюбию и предусмотрительности.</a:t>
            </a:r>
          </a:p>
          <a:p>
            <a:endParaRPr lang="ru-RU" b="1" dirty="0"/>
          </a:p>
          <a:p>
            <a:pPr marL="0" indent="0">
              <a:buNone/>
            </a:pPr>
            <a:r>
              <a:rPr lang="ru-RU" b="1" dirty="0" smtClean="0"/>
              <a:t>✔️ </a:t>
            </a:r>
            <a:r>
              <a:rPr lang="ru-RU" b="1" dirty="0"/>
              <a:t>Делай всё как для </a:t>
            </a:r>
            <a:r>
              <a:rPr lang="ru-RU" b="1" dirty="0" smtClean="0"/>
              <a:t>Бога   ( 📖 </a:t>
            </a:r>
            <a:r>
              <a:rPr lang="ru-RU" b="1" dirty="0" err="1"/>
              <a:t>Колоссянам</a:t>
            </a:r>
            <a:r>
              <a:rPr lang="ru-RU" b="1" dirty="0"/>
              <a:t> </a:t>
            </a:r>
            <a:r>
              <a:rPr lang="ru-RU" b="1" dirty="0" smtClean="0"/>
              <a:t>3:23)</a:t>
            </a:r>
          </a:p>
          <a:p>
            <a:pPr marL="0" indent="0">
              <a:buNone/>
            </a:pPr>
            <a:r>
              <a:rPr lang="ru-RU" b="1" dirty="0" smtClean="0"/>
              <a:t>👉 </a:t>
            </a:r>
            <a:r>
              <a:rPr lang="ru-RU" b="1" dirty="0"/>
              <a:t>Даже обычные дела имеют духовную ценность</a:t>
            </a:r>
            <a:r>
              <a:rPr lang="ru-RU" b="1" dirty="0" smtClean="0"/>
              <a:t>.</a:t>
            </a:r>
            <a:endParaRPr lang="ru-RU" b="1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9118" y="2754248"/>
            <a:ext cx="3394459" cy="223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154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dirty="0"/>
              <a:t>🎯 </a:t>
            </a:r>
            <a:r>
              <a:rPr lang="ru-RU" sz="4000" b="1" dirty="0" smtClean="0"/>
              <a:t>Практические </a:t>
            </a:r>
            <a:r>
              <a:rPr lang="ru-RU" sz="4000" b="1" dirty="0"/>
              <a:t>советы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177732" y="2236082"/>
            <a:ext cx="8915400" cy="3777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b="1" dirty="0" smtClean="0"/>
              <a:t>✔️ </a:t>
            </a:r>
            <a:r>
              <a:rPr lang="ru-RU" sz="2400" b="1" dirty="0"/>
              <a:t>Планируй день заранее</a:t>
            </a:r>
          </a:p>
          <a:p>
            <a:pPr marL="0" indent="0">
              <a:buNone/>
            </a:pPr>
            <a:r>
              <a:rPr lang="ru-RU" sz="2400" b="1" dirty="0"/>
              <a:t>✔️ Делай важное сначала</a:t>
            </a:r>
          </a:p>
          <a:p>
            <a:pPr marL="0" indent="0">
              <a:buNone/>
            </a:pPr>
            <a:r>
              <a:rPr lang="ru-RU" sz="2400" b="1" dirty="0"/>
              <a:t>✔️ Ограничивай время в телефоне</a:t>
            </a:r>
          </a:p>
          <a:p>
            <a:pPr marL="0" indent="0">
              <a:buNone/>
            </a:pPr>
            <a:r>
              <a:rPr lang="ru-RU" sz="2400" b="1" dirty="0"/>
              <a:t>✔️ Находи время для Бога</a:t>
            </a:r>
          </a:p>
          <a:p>
            <a:pPr marL="0" indent="0">
              <a:buNone/>
            </a:pPr>
            <a:r>
              <a:rPr lang="ru-RU" sz="2400" b="1" dirty="0"/>
              <a:t>✔️ Оставляй время для отдыха</a:t>
            </a:r>
          </a:p>
          <a:p>
            <a:pPr marL="0" indent="0">
              <a:buNone/>
            </a:pPr>
            <a:r>
              <a:rPr lang="ru-RU" sz="2400" b="1" dirty="0"/>
              <a:t>✔️ Помни: занятость ≠ продуктивность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6176" y="1978152"/>
            <a:ext cx="3435096" cy="3435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876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400" b="1" dirty="0" smtClean="0"/>
              <a:t>                      Итог: </a:t>
            </a:r>
            <a:endParaRPr lang="ru-RU" sz="44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350008" y="1822704"/>
            <a:ext cx="9158317" cy="4358640"/>
          </a:xfrm>
        </p:spPr>
        <p:txBody>
          <a:bodyPr>
            <a:normAutofit/>
          </a:bodyPr>
          <a:lstStyle/>
          <a:p>
            <a:pPr marL="0" indent="0" algn="r">
              <a:buNone/>
            </a:pPr>
            <a:r>
              <a:rPr lang="ru-RU" sz="2800" b="1" dirty="0"/>
              <a:t>Каждый день — это возможность:</a:t>
            </a:r>
          </a:p>
          <a:p>
            <a:pPr marL="0" indent="0" algn="r">
              <a:buNone/>
            </a:pPr>
            <a:r>
              <a:rPr lang="ru-RU" sz="2800" b="1" dirty="0" smtClean="0"/>
              <a:t>стать </a:t>
            </a:r>
            <a:r>
              <a:rPr lang="ru-RU" sz="2800" b="1" dirty="0"/>
              <a:t>ближе к </a:t>
            </a:r>
            <a:r>
              <a:rPr lang="ru-RU" sz="2800" b="1" dirty="0" smtClean="0"/>
              <a:t>Богу  </a:t>
            </a:r>
            <a:r>
              <a:rPr lang="ru-RU" sz="2800" b="1" dirty="0"/>
              <a:t>🙏</a:t>
            </a:r>
          </a:p>
          <a:p>
            <a:pPr marL="0" indent="0" algn="r">
              <a:buNone/>
            </a:pPr>
            <a:r>
              <a:rPr lang="ru-RU" sz="2800" b="1" dirty="0" smtClean="0"/>
              <a:t>расти </a:t>
            </a:r>
            <a:r>
              <a:rPr lang="ru-RU" sz="2800" b="1" dirty="0"/>
              <a:t>и </a:t>
            </a:r>
            <a:r>
              <a:rPr lang="ru-RU" sz="2800" b="1" dirty="0" smtClean="0"/>
              <a:t>учиться  </a:t>
            </a:r>
            <a:r>
              <a:rPr lang="ru-RU" sz="2800" b="1" dirty="0"/>
              <a:t>📚</a:t>
            </a:r>
          </a:p>
          <a:p>
            <a:pPr marL="0" indent="0" algn="r">
              <a:buNone/>
            </a:pPr>
            <a:r>
              <a:rPr lang="ru-RU" sz="2800" b="1" dirty="0" smtClean="0"/>
              <a:t>любить </a:t>
            </a:r>
            <a:r>
              <a:rPr lang="ru-RU" sz="2800" b="1" dirty="0"/>
              <a:t>и помогать </a:t>
            </a:r>
            <a:r>
              <a:rPr lang="ru-RU" sz="2800" b="1" dirty="0" smtClean="0"/>
              <a:t>людям  </a:t>
            </a:r>
            <a:r>
              <a:rPr lang="ru-RU" sz="2800" b="1" dirty="0"/>
              <a:t>❤️</a:t>
            </a:r>
          </a:p>
          <a:p>
            <a:pPr marL="0" indent="0" algn="r">
              <a:buNone/>
            </a:pPr>
            <a:r>
              <a:rPr lang="ru-RU" sz="2800" b="1" dirty="0" smtClean="0"/>
              <a:t>строить </a:t>
            </a:r>
            <a:r>
              <a:rPr lang="ru-RU" sz="2800" b="1" dirty="0"/>
              <a:t>своё будущее </a:t>
            </a:r>
            <a:r>
              <a:rPr lang="ru-RU" sz="2800" b="1" dirty="0" smtClean="0"/>
              <a:t> 🌱</a:t>
            </a:r>
          </a:p>
          <a:p>
            <a:pPr marL="0" indent="0">
              <a:buNone/>
            </a:pPr>
            <a:endParaRPr lang="ru-RU" sz="2800" b="1" dirty="0" smtClean="0"/>
          </a:p>
          <a:p>
            <a:pPr marL="0" indent="0">
              <a:buNone/>
            </a:pPr>
            <a:r>
              <a:rPr lang="ru-RU" sz="2800" b="1" dirty="0" smtClean="0"/>
              <a:t>👉 </a:t>
            </a:r>
            <a:r>
              <a:rPr lang="ru-RU" sz="2800" b="1" dirty="0"/>
              <a:t>Мудрый человек не просто занят — он живёт с правильными приоритетами.</a:t>
            </a:r>
          </a:p>
          <a:p>
            <a:pPr marL="0" indent="0">
              <a:buNone/>
            </a:pPr>
            <a:endParaRPr lang="ru-RU" sz="2800" b="1" dirty="0"/>
          </a:p>
          <a:p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2440621" y="1993392"/>
            <a:ext cx="2571750" cy="256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555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400" b="1" dirty="0"/>
              <a:t>📖 Золотой стих: 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516347">
            <a:off x="8707071" y="308704"/>
            <a:ext cx="1864088" cy="1864088"/>
          </a:xfrm>
          <a:prstGeom prst="rect">
            <a:avLst/>
          </a:prstGeom>
        </p:spPr>
      </p:pic>
      <p:sp>
        <p:nvSpPr>
          <p:cNvPr id="4" name="Скругленный прямоугольник 3"/>
          <p:cNvSpPr/>
          <p:nvPr/>
        </p:nvSpPr>
        <p:spPr>
          <a:xfrm>
            <a:off x="2592925" y="2240280"/>
            <a:ext cx="8659368" cy="40142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b="1" dirty="0"/>
              <a:t>Послание к </a:t>
            </a:r>
            <a:r>
              <a:rPr lang="ru-RU" sz="3200" b="1" dirty="0" err="1"/>
              <a:t>Ефесянам</a:t>
            </a:r>
            <a:r>
              <a:rPr lang="ru-RU" sz="3200" b="1" dirty="0"/>
              <a:t> 5:15–16</a:t>
            </a:r>
          </a:p>
          <a:p>
            <a:pPr algn="ctr"/>
            <a:endParaRPr lang="ru-RU" sz="3200" b="1" dirty="0"/>
          </a:p>
          <a:p>
            <a:pPr algn="ctr"/>
            <a:r>
              <a:rPr lang="ru-RU" sz="3200" b="1" dirty="0"/>
              <a:t>«Итак, смотрите, поступайте осторожно, не как неразумные, но как мудрые, дорожа временем, потому что дни лукавы».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608004">
            <a:off x="888242" y="3445177"/>
            <a:ext cx="3820872" cy="3319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690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TM02892315[[fn=Легкий дым]]</Template>
  <TotalTime>124</TotalTime>
  <Words>304</Words>
  <Application>Microsoft Office PowerPoint</Application>
  <PresentationFormat>Широкоэкранный</PresentationFormat>
  <Paragraphs>49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Легкий дым</vt:lpstr>
      <vt:lpstr>Время – подарок от Бога</vt:lpstr>
      <vt:lpstr>Почему время важно?</vt:lpstr>
      <vt:lpstr>📖 Что Библия говорит о времени?</vt:lpstr>
      <vt:lpstr>? Сколько времени уходит на:</vt:lpstr>
      <vt:lpstr>⚖️ Библейские принципы управления временем </vt:lpstr>
      <vt:lpstr>🎯 Практические советы </vt:lpstr>
      <vt:lpstr>                      Итог: </vt:lpstr>
      <vt:lpstr>📖 Золотой стих: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Время – подарок от Бога</dc:title>
  <dc:creator>Lenovo</dc:creator>
  <cp:lastModifiedBy>Lenovo</cp:lastModifiedBy>
  <cp:revision>13</cp:revision>
  <dcterms:created xsi:type="dcterms:W3CDTF">2026-02-20T12:31:05Z</dcterms:created>
  <dcterms:modified xsi:type="dcterms:W3CDTF">2026-03-06T15:44:08Z</dcterms:modified>
</cp:coreProperties>
</file>