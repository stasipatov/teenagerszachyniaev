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1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11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91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23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31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937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90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71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32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49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41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599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283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776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525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03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5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23DECA-FAB0-44A3-900C-B847954B041C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C256AEF-F54B-4A31-8073-F290C962EB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67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63350" y="2154597"/>
            <a:ext cx="8825658" cy="2677648"/>
          </a:xfrm>
        </p:spPr>
        <p:txBody>
          <a:bodyPr/>
          <a:lstStyle/>
          <a:p>
            <a:r>
              <a:rPr lang="ru-RU" dirty="0"/>
              <a:t> </a:t>
            </a:r>
            <a:r>
              <a:rPr lang="ru-RU" dirty="0" smtClean="0"/>
              <a:t>Тема: </a:t>
            </a:r>
            <a:r>
              <a:rPr lang="ru-RU" b="1" dirty="0" smtClean="0"/>
              <a:t>Уважение </a:t>
            </a:r>
            <a:r>
              <a:rPr lang="ru-RU" b="1" dirty="0"/>
              <a:t>к людям, старшим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4" y="4992624"/>
            <a:ext cx="10046445" cy="646176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что говорит Библия об уважении и как жить этим каждый </a:t>
            </a:r>
            <a:r>
              <a:rPr lang="ru-RU" b="1" dirty="0" smtClean="0">
                <a:solidFill>
                  <a:schemeClr val="bg1"/>
                </a:solidFill>
              </a:rPr>
              <a:t>день?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81556"/>
            <a:ext cx="3497961" cy="22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6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1)Что такое уважение?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0708" y="3071585"/>
            <a:ext cx="8825659" cy="3416300"/>
          </a:xfrm>
        </p:spPr>
        <p:txBody>
          <a:bodyPr>
            <a:normAutofit/>
          </a:bodyPr>
          <a:lstStyle/>
          <a:p>
            <a:r>
              <a:rPr lang="ru-RU" sz="2400" b="1" dirty="0"/>
              <a:t> </a:t>
            </a:r>
            <a:r>
              <a:rPr lang="ru-RU" sz="2400" b="1" dirty="0" smtClean="0"/>
              <a:t>признание </a:t>
            </a:r>
            <a:r>
              <a:rPr lang="ru-RU" sz="2400" b="1" dirty="0"/>
              <a:t>ценности другого человека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отношение </a:t>
            </a:r>
            <a:r>
              <a:rPr lang="ru-RU" sz="2400" b="1" dirty="0"/>
              <a:t>с почтением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готовность </a:t>
            </a:r>
            <a:r>
              <a:rPr lang="ru-RU" sz="2400" b="1" dirty="0"/>
              <a:t>слушать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доброта </a:t>
            </a:r>
            <a:r>
              <a:rPr lang="ru-RU" sz="2400" b="1" dirty="0"/>
              <a:t>в словах и </a:t>
            </a:r>
            <a:r>
              <a:rPr lang="ru-RU" sz="2400" b="1" dirty="0" smtClean="0"/>
              <a:t>поступках</a:t>
            </a:r>
            <a:endParaRPr lang="ru-RU" sz="2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366" y="2603500"/>
            <a:ext cx="3346246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2) Почему уважение так важно?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1. Уважение — это часть характера </a:t>
            </a:r>
            <a:r>
              <a:rPr lang="ru-RU" sz="2400" b="1" dirty="0" smtClean="0"/>
              <a:t>Божьего</a:t>
            </a:r>
            <a:endParaRPr lang="ru-RU" sz="2400" b="1" dirty="0"/>
          </a:p>
          <a:p>
            <a:pPr marL="0" indent="0">
              <a:buNone/>
            </a:pPr>
            <a:r>
              <a:rPr lang="ru-RU" sz="2400" b="1" u="sng" dirty="0"/>
              <a:t>Если мы — дети Божьи, мы должны отражать Его характер.</a:t>
            </a:r>
          </a:p>
          <a:p>
            <a:endParaRPr lang="ru-RU" sz="2400" b="1" u="sng" dirty="0"/>
          </a:p>
          <a:p>
            <a:r>
              <a:rPr lang="ru-RU" sz="2400" b="1" dirty="0"/>
              <a:t>2. Уважение — фундамент </a:t>
            </a:r>
            <a:r>
              <a:rPr lang="ru-RU" sz="2400" b="1" dirty="0" smtClean="0"/>
              <a:t>общества</a:t>
            </a:r>
            <a:endParaRPr lang="ru-RU" sz="2400" b="1" dirty="0"/>
          </a:p>
          <a:p>
            <a:pPr marL="0" indent="0">
              <a:buNone/>
            </a:pPr>
            <a:r>
              <a:rPr lang="ru-RU" sz="2400" b="1" u="sng" dirty="0"/>
              <a:t>Уважение — это не про возраст, а про сердце, воспитанное Богом.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995" y="2603500"/>
            <a:ext cx="2538289" cy="325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9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3)Что говорит Библия об уважении?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ru-RU" sz="2000" b="1" dirty="0"/>
              <a:t>1. Уважение к родителям — заповедь в числе 10!</a:t>
            </a:r>
          </a:p>
          <a:p>
            <a:pPr marL="0" indent="0">
              <a:buNone/>
            </a:pPr>
            <a:r>
              <a:rPr lang="ru-RU" sz="2000" dirty="0" smtClean="0"/>
              <a:t>Исход 20:12</a:t>
            </a:r>
          </a:p>
          <a:p>
            <a:r>
              <a:rPr lang="ru-RU" sz="2000" b="1" dirty="0"/>
              <a:t>2. Уважение к старшим</a:t>
            </a:r>
          </a:p>
          <a:p>
            <a:pPr marL="0" indent="0">
              <a:buNone/>
            </a:pPr>
            <a:r>
              <a:rPr lang="ru-RU" sz="2000" dirty="0" smtClean="0"/>
              <a:t>Левит 19:32</a:t>
            </a:r>
            <a:endParaRPr lang="ru-RU" sz="2000" dirty="0"/>
          </a:p>
          <a:p>
            <a:r>
              <a:rPr lang="ru-RU" sz="2000" b="1" dirty="0"/>
              <a:t>3. Уважение ко всем людям</a:t>
            </a:r>
          </a:p>
          <a:p>
            <a:pPr marL="0" indent="0">
              <a:buNone/>
            </a:pPr>
            <a:r>
              <a:rPr lang="ru-RU" sz="2000" dirty="0" smtClean="0"/>
              <a:t>1 </a:t>
            </a:r>
            <a:r>
              <a:rPr lang="ru-RU" sz="2000" dirty="0"/>
              <a:t>Петра </a:t>
            </a:r>
            <a:r>
              <a:rPr lang="ru-RU" sz="2000" dirty="0" smtClean="0"/>
              <a:t>2:17</a:t>
            </a:r>
            <a:endParaRPr lang="ru-RU" sz="20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sz="2000" b="1" dirty="0"/>
              <a:t>4. Золотое правило</a:t>
            </a:r>
          </a:p>
          <a:p>
            <a:pPr marL="0" indent="0">
              <a:buNone/>
            </a:pPr>
            <a:r>
              <a:rPr lang="ru-RU" sz="2000" dirty="0"/>
              <a:t>Матфея 7:12</a:t>
            </a:r>
          </a:p>
          <a:p>
            <a:r>
              <a:rPr lang="ru-RU" sz="2000" b="1" dirty="0"/>
              <a:t>5. Уважение в словах</a:t>
            </a:r>
          </a:p>
          <a:p>
            <a:pPr marL="0" indent="0">
              <a:buNone/>
            </a:pPr>
            <a:r>
              <a:rPr lang="ru-RU" sz="2000" dirty="0"/>
              <a:t>Притчи 15:1</a:t>
            </a:r>
          </a:p>
          <a:p>
            <a:r>
              <a:rPr lang="ru-RU" sz="2000" b="1" dirty="0"/>
              <a:t> 6. Уважение к наставникам</a:t>
            </a:r>
          </a:p>
          <a:p>
            <a:pPr marL="0" indent="0">
              <a:buNone/>
            </a:pPr>
            <a:r>
              <a:rPr lang="ru-RU" sz="2000" dirty="0"/>
              <a:t>Евреям 13:17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41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7354" y="908353"/>
            <a:ext cx="8761413" cy="706964"/>
          </a:xfrm>
        </p:spPr>
        <p:txBody>
          <a:bodyPr/>
          <a:lstStyle/>
          <a:p>
            <a:r>
              <a:rPr lang="ru-RU" b="1" dirty="0"/>
              <a:t>4)Почему подросткам трудно уважать людей?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1. Культура «я сам знаю</a:t>
            </a:r>
            <a:r>
              <a:rPr lang="ru-RU" sz="2000" b="1" dirty="0" smtClean="0"/>
              <a:t>»</a:t>
            </a:r>
            <a:endParaRPr lang="ru-RU" sz="2000" b="1" dirty="0"/>
          </a:p>
          <a:p>
            <a:pPr marL="0" indent="0">
              <a:buNone/>
            </a:pPr>
            <a:endParaRPr lang="ru-RU" sz="2000" b="1" dirty="0"/>
          </a:p>
          <a:p>
            <a:r>
              <a:rPr lang="ru-RU" sz="2000" b="1" dirty="0"/>
              <a:t>2. </a:t>
            </a:r>
            <a:r>
              <a:rPr lang="ru-RU" sz="2000" b="1" dirty="0" err="1"/>
              <a:t>Соцсети</a:t>
            </a:r>
            <a:endParaRPr lang="ru-RU" sz="2000" b="1" dirty="0"/>
          </a:p>
          <a:p>
            <a:pPr marL="0" indent="0">
              <a:buNone/>
            </a:pPr>
            <a:endParaRPr lang="ru-RU" sz="2000" b="1" dirty="0"/>
          </a:p>
          <a:p>
            <a:r>
              <a:rPr lang="ru-RU" sz="2000" b="1" dirty="0"/>
              <a:t>3. Возраст независимости</a:t>
            </a:r>
          </a:p>
          <a:p>
            <a:pPr marL="0" indent="0">
              <a:buNone/>
            </a:pPr>
            <a:r>
              <a:rPr lang="ru-RU" sz="2000" b="1" dirty="0"/>
              <a:t>Подростки хотят быть самостоятельными → кажется, что уважение = слабость.</a:t>
            </a:r>
          </a:p>
          <a:p>
            <a:pPr marL="0" indent="0">
              <a:buNone/>
            </a:pPr>
            <a:r>
              <a:rPr lang="ru-RU" sz="2000" b="1" dirty="0"/>
              <a:t>Но на самом деле </a:t>
            </a:r>
            <a:r>
              <a:rPr lang="ru-RU" sz="2000" b="1" u="sng" dirty="0"/>
              <a:t>уважение — это сила зрелого человека.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0" y="2433864"/>
            <a:ext cx="3353189" cy="187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31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5)как проявлять уважение?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 </a:t>
            </a:r>
            <a:r>
              <a:rPr lang="ru-RU" sz="2000" b="1" dirty="0" smtClean="0"/>
              <a:t>1</a:t>
            </a:r>
            <a:r>
              <a:rPr lang="ru-RU" sz="2000" b="1" dirty="0"/>
              <a:t>. Уважай </a:t>
            </a:r>
            <a:r>
              <a:rPr lang="ru-RU" sz="2000" b="1" dirty="0" smtClean="0"/>
              <a:t>словами</a:t>
            </a:r>
            <a:endParaRPr lang="ru-RU" sz="2000" b="1" dirty="0"/>
          </a:p>
          <a:p>
            <a:r>
              <a:rPr lang="ru-RU" sz="2000" b="1" dirty="0"/>
              <a:t> </a:t>
            </a:r>
            <a:r>
              <a:rPr lang="ru-RU" sz="2000" b="1" dirty="0" smtClean="0"/>
              <a:t>2</a:t>
            </a:r>
            <a:r>
              <a:rPr lang="ru-RU" sz="2000" b="1" dirty="0"/>
              <a:t>. Уважай </a:t>
            </a:r>
            <a:r>
              <a:rPr lang="ru-RU" sz="2000" b="1" dirty="0" smtClean="0"/>
              <a:t>действиями</a:t>
            </a:r>
            <a:endParaRPr lang="ru-RU" sz="2000" b="1" dirty="0"/>
          </a:p>
          <a:p>
            <a:r>
              <a:rPr lang="ru-RU" sz="2000" b="1" dirty="0"/>
              <a:t> </a:t>
            </a:r>
            <a:r>
              <a:rPr lang="ru-RU" sz="2000" b="1" dirty="0" smtClean="0"/>
              <a:t>3</a:t>
            </a:r>
            <a:r>
              <a:rPr lang="ru-RU" sz="2000" b="1" dirty="0"/>
              <a:t>. Уважай даже тех, кто тебе не </a:t>
            </a:r>
            <a:r>
              <a:rPr lang="ru-RU" sz="2000" b="1" dirty="0" smtClean="0"/>
              <a:t>нравится</a:t>
            </a:r>
            <a:endParaRPr lang="ru-RU" sz="2000" b="1" dirty="0"/>
          </a:p>
          <a:p>
            <a:r>
              <a:rPr lang="ru-RU" sz="2000" b="1" dirty="0"/>
              <a:t> </a:t>
            </a:r>
            <a:r>
              <a:rPr lang="ru-RU" sz="2000" b="1" dirty="0" smtClean="0"/>
              <a:t>4</a:t>
            </a:r>
            <a:r>
              <a:rPr lang="ru-RU" sz="2000" b="1" dirty="0"/>
              <a:t>. Уважай </a:t>
            </a:r>
            <a:r>
              <a:rPr lang="ru-RU" sz="2000" b="1" dirty="0" smtClean="0"/>
              <a:t>родителей</a:t>
            </a:r>
            <a:endParaRPr lang="ru-RU" sz="2000" b="1" dirty="0"/>
          </a:p>
          <a:p>
            <a:r>
              <a:rPr lang="ru-RU" sz="2000" b="1" dirty="0" smtClean="0"/>
              <a:t> 5. </a:t>
            </a:r>
            <a:r>
              <a:rPr lang="ru-RU" sz="2000" b="1" dirty="0"/>
              <a:t>Уважай самого себя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573" y="2911928"/>
            <a:ext cx="4339546" cy="242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2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6)Итог 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3028043"/>
            <a:ext cx="6573903" cy="3829957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Уважение </a:t>
            </a:r>
            <a:r>
              <a:rPr lang="ru-RU" sz="2400" b="1" dirty="0"/>
              <a:t>— не слабость, а сила.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Это </a:t>
            </a:r>
            <a:r>
              <a:rPr lang="ru-RU" sz="2400" b="1" dirty="0"/>
              <a:t>Божий характер в нас.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Уважение </a:t>
            </a:r>
            <a:r>
              <a:rPr lang="ru-RU" sz="2400" b="1" dirty="0"/>
              <a:t>— это выбор каждый день.</a:t>
            </a:r>
          </a:p>
          <a:p>
            <a:r>
              <a:rPr lang="ru-RU" sz="2400" b="1" dirty="0"/>
              <a:t> </a:t>
            </a:r>
            <a:r>
              <a:rPr lang="ru-RU" sz="2400" b="1" dirty="0" smtClean="0"/>
              <a:t>Бог </a:t>
            </a:r>
            <a:r>
              <a:rPr lang="ru-RU" sz="2400" b="1" dirty="0"/>
              <a:t>хочет, чтобы мы почитали всех, особенно старших и родителей.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57" y="2771135"/>
            <a:ext cx="3591604" cy="257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2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Золотой стих: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Мат </a:t>
            </a:r>
            <a:r>
              <a:rPr lang="ru-RU" sz="3600" b="1" dirty="0" smtClean="0"/>
              <a:t>7:12</a:t>
            </a:r>
          </a:p>
          <a:p>
            <a:pPr marL="0" indent="0">
              <a:buNone/>
            </a:pPr>
            <a:r>
              <a:rPr lang="ru-RU" sz="3600" b="1" dirty="0" smtClean="0"/>
              <a:t> </a:t>
            </a:r>
            <a:r>
              <a:rPr lang="ru-RU" sz="3600" b="1" dirty="0"/>
              <a:t>"Итак во всем, как хотите, чтобы с вами поступали люди, так поступайте и вы </a:t>
            </a:r>
            <a:r>
              <a:rPr lang="ru-RU" sz="3600" b="1"/>
              <a:t>с </a:t>
            </a:r>
            <a:r>
              <a:rPr lang="ru-RU" sz="3600" b="1" smtClean="0"/>
              <a:t>ними..."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4831016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</TotalTime>
  <Words>291</Words>
  <Application>Microsoft Office PowerPoint</Application>
  <PresentationFormat>Широкоэкранный</PresentationFormat>
  <Paragraphs>48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Ион (конференц-зал)</vt:lpstr>
      <vt:lpstr> Тема: Уважение к людям, старшим </vt:lpstr>
      <vt:lpstr>1)Что такое уважение?</vt:lpstr>
      <vt:lpstr>2) Почему уважение так важно?</vt:lpstr>
      <vt:lpstr>3)Что говорит Библия об уважении?</vt:lpstr>
      <vt:lpstr>4)Почему подросткам трудно уважать людей?</vt:lpstr>
      <vt:lpstr>5)как проявлять уважение?</vt:lpstr>
      <vt:lpstr>6)Итог :</vt:lpstr>
      <vt:lpstr>Золотой стих: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Lenovo</cp:lastModifiedBy>
  <cp:revision>7</cp:revision>
  <dcterms:created xsi:type="dcterms:W3CDTF">2025-11-26T15:02:38Z</dcterms:created>
  <dcterms:modified xsi:type="dcterms:W3CDTF">2025-11-29T13:38:48Z</dcterms:modified>
</cp:coreProperties>
</file>